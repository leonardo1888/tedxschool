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7" r:id="rId5"/>
    <p:sldId id="262" r:id="rId6"/>
    <p:sldId id="264" r:id="rId7"/>
    <p:sldId id="263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926E"/>
    <a:srgbClr val="38523F"/>
    <a:srgbClr val="FFB67F"/>
    <a:srgbClr val="FFB237"/>
    <a:srgbClr val="CF9F9A"/>
    <a:srgbClr val="FFF2DE"/>
    <a:srgbClr val="C55A29"/>
    <a:srgbClr val="F5F5DC"/>
    <a:srgbClr val="ECD3A6"/>
    <a:srgbClr val="DF40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E7C9E7-002C-41C8-B2E0-CE100CAE40E8}" v="185" dt="2025-10-09T16:00:50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3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2:55:24.811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58 437,'0'0,"0"1,0 2,0 1,0 2,0 0,-1 2,1 1,-1 1,-1 1,2-1,-2 2,1-1,0 1,0-1,-1 1,0-1,1 0,-1 1,1-2,-1 1,1-2,-1 0,1-2,-1 1,1-1,0-1,0 1,0 2,-1-1,1 1,-1 0,1-1,-1 0,1 0,-1-1,1 0,0 0,0-1,0 0,0 1,0 0,-1-1,1 0,0 0,0-1,0 1,0-1,0 0,1 1,-1-1,1 0,-1 0,0 0,1-1,0 0,-1 1,1 0,0 0,0 0,1-1,1-3,1-1,2-1,1-2,1 0,0-1,1 1,0-2,1 0,-1-1,0 1,0 0,-1 0,1 0,-1 0,0 1,-1 0,2-1,-1 0,0 0,0 0,0-1,0 2,0-1,0 0,0 1,0-1,0 1,-1-1,2 0,-2 1,1-1,-1 1,0-1,-1 1,1 0,0-1,0 1,-1 0,1 0,-1 0,0 0,0 0,1 0,-1-1,1 1,0 0,0 0,0 0,-1 0,0 1,0-1,-1 1,1 0,0-1,-1 0,2 0,0 0,0 0,0 0,0-1,-1 1,0 0,0 0,0 0,0 1,-1 0,1 0,-1-1,1 1,-1 0,0 0,-1 1,2-2,0 0,0 0,-1 1,0 0,0 0,-1 0,0 0,1 0,-1-1,0 1,-1 0,0-1,0 1,-1 0,0 0,0 1,0-1,1 2,-1 1,2 2,1 1,1 1,2 1,2 2,4 1,0 1,2 1,0 1,-1-1,1 1,-1-1,0-1,-1 0,-1 0,-1-1,-1-2,0 1,-2-2,-1 0,-1 0,1-1,-2 0,-1-1,0 0,0 0,-1-1,0 0,1 1,0 0,1 0,-1 0,1 0,0 0,0 1,1 0,-1 0,0 0,0 0,1 0,-1 0,1 0,0 0,0 1,-1-1,0 0,-1-1,0 0,0-1,-1 1,0-1,-1 0,1 0,-1-1,0 1,1 0,0-1,-1 1,1-1,-1 0,-1 1,1 0,1-1,-1 0,0-1,-1-2,-1 1,1-2,-1 0,0-1,0-1,-1-1,1-1,-1 0,-1 0,1-1,-2 0,1 1,0 0,0 0,-1 0,1 1,0 0,0 0,0 1,0-1,0 1,1 1,-1 0,1 0,-1 0,0 0,1 0,0 1,-1-1,0 1,1 0,0 0,0 0,0 1,-1-1,2 0,-2 0,1 0,0 0,-1 0,0-1,1 1,-1 0,0-1,1 1,-1-1,0 1,1 0,0 1,-1-2,1 1,0 0,-1-1,0 0,1 1,-1-1,1 1,0 0,-1-1,-1-1,1 1,0 0,0-1,0 1,0-1,0 1,1-1,-1-1,-1 0,0-1,0 1,1 0,-1 1,0-2,0 0,0 0,0 0,0 1,0 0,0-1,1 1,-2 0,0-3,0 0,0-1,0 2,-1-1,1 1,0 1,2 1,-1 1,1-1,-1 2,1 0,0 0,-1 0,1 0,0 1,0-1,0 1,0-1,0 1,0 1,1-1,0 1,-1 0,1 0,-1 0,1-1,0 1,1-1,1 0,1 0,2-1,1-1,1 1,2-2,0 0,1-1,0 0,3-1,0 0,0-1,0 0,1 0,0-1,-1 0,0 1,-1 0,-1 0,-1 0,1 0,-1 0,-1 1,-1 1,0 0,0 0,-1 1,0 0,-1 0,0 1,0 1,-1 0,1 1,-2-1,1 1,-1 0,0 0,1 0,-1 0,0 1,0-1,0 1,1 0,-1 0,-1 0,0 0,1 0,-1 1,0 0,-1-1,1 1,-1 0,1 0,0-1,0 0,1 1,-1-1,0 1,0 0,0-1,-1 1,-2 0,-1 1,-1-1,-1 1,-1 0,0 0,-2 0,-1 0,1 0,-1 1,1 0,0 0,0 0,-2 1,0 0,0 0,0 0,0-1,0 0,1 1,-1-1,1 0,0 0,-1 0,0 0,0 0,-1 0,-1-1,1 1,0 0,1 0,0 0,0 0,0 0,0 0,0 0,-1 0,1 0,-1 0,0 1,0-2,0 1,0 1,-1-1,-1 0,1 0,0 0,1-1,0 1,2 0,1 0,1 0,1-1,1 0,1 1,0-1,1 0,0 0,-1 1,1 0,0 0,1-1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2:55:26.454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412 288,'-1'0,"0"0,0 0,0-1,-1 0,1 0,-1 0,-1-1,0 0,-1-1,-2 0,-1-1,-2 0,0-1,-3-1,0 0,-2 0,-3 0,1 0,-1 0,1 0,2 2,-1-1,2 1,0 0,1 0,0 1,2 0,1 0,1 1,0 1,2 0,-1 0,-1-1,1 0,-2 0,0 0,-1 0,1 0,-2 0,0 0,1 0,1 0,1 1,0 0,2-1,1 1,1 0,1 0,1 1,0-1,2-1,2 0,3 0,1-1,3-1,3 0,0-1,3 0,1-1,0 0,2 0,-2 0,2 1,-2-1,-1 1,-1 1,0-1,2 0,0 0,1 0,0 0,1 0,2 0,2 1,0 0,0 0,-2 1,-1 0,2-1,-1 1,0 0,-2 0,-1 0,-1 1,-1-1,-2 1,-2 0,-2 0,-1 0,-2 1,-1-1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2:55:29.052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6 457,'0'0,"-1"-1,1 0,-1 0,1-1,-1-1,1-1,0 0,-1-2,1-2,-1-1,1 0,0-1,-1-1,1-1,0-1,0 1,0 1,0 1,0 0,0 2,0-1,0 2,0 0,0 1,0 1,0 0,0 1,0 0,0 0,0 0,0 0,0 1,0-1,0 0,0 1,0-1,0 0,0 0,1-1,-1 1,1-1,-1 0,1-1,0 1,0-1,-1-1,1 0,-1 1,0-2,1 0,-1 0,1 0,0-2,-1 0,1 1,-1-1,1 2,-1 0,0-1,1 0,0 1,-1 2,0 0,0 1,1 0,-1 1,0 0,0 0,0 1,0 0,-1 0,1 1,0-1,0 0,0 1,0-1,1 2,0 0,0 2,1 1,0 1,0 1,0 1,1 1,0 1,1 1,1 2,0 0,1 1,-1-1,0 0,0 0,1 2,0 0,-1 0,1-1,-2-1,1-1,-1-1,0-1,0 0,0-1,-1 0,1 0,-1-1,0 0,1 2,1 0,-1 1,0-2,0 1,0-1,0-1,-1 1,1-1,-1 1,1-1,-1 1,1 0,-1-1,0-1,1 1,-1 0,0-1,1 0,-1 0,1 0,-1 0,0 0,0-1,0 1,0-1,-1 0,1 1,-1-1,1 1,-1 0,1-1,0 1,0-1,0-1,0 2,0-1,0 0,0 0,1 0,-2 0,1-1,-1 1,0-1,0 1,0-1,0 0,0 0,-1 0,1 0,0 0,0 0,-1-1,0 1,0-1,0 1,0 0,1-1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4:06:28.500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58 437,'0'0,"0"1,0 2,0 1,0 2,0 0,-1 2,1 1,-1 1,-1 1,2-1,-2 2,1-1,0 1,0-1,-1 1,0-1,1 0,-1 1,1-2,-1 1,1-2,-1 0,1-2,-1 1,1-1,0-1,0 1,0 2,-1-1,1 1,-1 0,1-1,-1 0,1 0,-1-1,1 0,0 0,0-1,0 0,0 1,0 0,-1-1,1 0,0 0,0-1,0 1,0-1,0 0,1 1,-1-1,1 0,-1 0,0 0,1-1,0 0,-1 1,1 0,0 0,0 0,1-1,1-3,1-1,2-1,1-2,1 0,0-1,1 1,0-2,1 0,-1-1,0 1,0 0,-1 0,1 0,-1 0,0 1,-1 0,2-1,-1 0,0 0,0 0,0-1,0 2,0-1,0 0,0 1,0-1,0 1,-1-1,2 0,-2 1,1-1,-1 1,0-1,-1 1,1 0,0-1,0 1,-1 0,1 0,-1 0,0 0,0 0,1 0,-1-1,1 1,0 0,0 0,0 0,-1 0,0 1,0-1,-1 1,1 0,0-1,-1 0,2 0,0 0,0 0,0 0,0-1,-1 1,0 0,0 0,0 0,0 1,-1 0,1 0,-1-1,1 1,-1 0,0 0,-1 1,2-2,0 0,0 0,-1 1,0 0,0 0,-1 0,0 0,1 0,-1-1,0 1,-1 0,0-1,0 1,-1 0,0 0,0 1,0-1,1 2,-1 1,2 2,1 1,1 1,2 1,2 2,4 1,0 1,2 1,0 1,-1-1,1 1,-1-1,0-1,-1 0,-1 0,-1-1,-1-2,0 1,-2-2,-1 0,-1 0,1-1,-2 0,-1-1,0 0,0 0,-1-1,0 0,1 1,0 0,1 0,-1 0,1 0,0 0,0 1,1 0,-1 0,0 0,0 0,1 0,-1 0,1 0,0 0,0 1,-1-1,0 0,-1-1,0 0,0-1,-1 1,0-1,-1 0,1 0,-1-1,0 1,1 0,0-1,-1 1,1-1,-1 0,-1 1,1 0,1-1,-1 0,0-1,-1-2,-1 1,1-2,-1 0,0-1,0-1,-1-1,1-1,-1 0,-1 0,1-1,-2 0,1 1,0 0,0 0,-1 0,1 1,0 0,0 0,0 1,0-1,0 1,1 1,-1 0,1 0,-1 0,0 0,1 0,0 1,-1-1,0 1,1 0,0 0,0 0,0 1,-1-1,2 0,-2 0,1 0,0 0,-1 0,0-1,1 1,-1 0,0-1,1 1,-1-1,0 1,1 0,0 1,-1-2,1 1,0 0,-1-1,0 0,1 1,-1-1,1 1,0 0,-1-1,-1-1,1 1,0 0,0-1,0 1,0-1,0 1,1-1,-1-1,-1 0,0-1,0 1,1 0,-1 1,0-2,0 0,0 0,0 0,0 1,0 0,0-1,1 1,-2 0,0-3,0 0,0-1,0 2,-1-1,1 1,0 1,2 1,-1 1,1-1,-1 2,1 0,0 0,-1 0,1 0,0 1,0-1,0 1,0-1,0 1,0 1,1-1,0 1,-1 0,1 0,-1 0,1-1,0 1,1-1,1 0,1 0,2-1,1-1,1 1,2-2,0 0,1-1,0 0,3-1,0 0,0-1,0 0,1 0,0-1,-1 0,0 1,-1 0,-1 0,-1 0,1 0,-1 0,-1 1,-1 1,0 0,0 0,-1 1,0 0,-1 0,0 1,0 1,-1 0,1 1,-2-1,1 1,-1 0,0 0,1 0,-1 0,0 1,0-1,0 1,1 0,-1 0,-1 0,0 0,1 0,-1 1,0 0,-1-1,1 1,-1 0,1 0,0-1,0 0,1 1,-1-1,0 1,0 0,0-1,-1 1,-2 0,-1 1,-1-1,-1 1,-1 0,0 0,-2 0,-1 0,1 0,-1 1,1 0,0 0,0 0,-2 1,0 0,0 0,0 0,0-1,0 0,1 1,-1-1,1 0,0 0,-1 0,0 0,0 0,-1 0,-1-1,1 1,0 0,1 0,0 0,0 0,0 0,0 0,0 0,-1 0,1 0,-1 0,0 1,0-2,0 1,0 1,-1-1,-1 0,1 0,0 0,1-1,0 1,2 0,1 0,1 0,1-1,1 0,1 1,0-1,1 0,0 0,-1 1,1 0,0 0,1-1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4:06:28.501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412 288,'-1'0,"0"0,0 0,0-1,-1 0,1 0,-1 0,-1-1,0 0,-1-1,-2 0,-1-1,-2 0,0-1,-3-1,0 0,-2 0,-3 0,1 0,-1 0,1 0,2 2,-1-1,2 1,0 0,1 0,0 1,2 0,1 0,1 1,0 1,2 0,-1 0,-1-1,1 0,-2 0,0 0,-1 0,1 0,-2 0,0 0,1 0,1 0,1 1,0 0,2-1,1 1,1 0,1 0,1 1,0-1,2-1,2 0,3 0,1-1,3-1,3 0,0-1,3 0,1-1,0 0,2 0,-2 0,2 1,-2-1,-1 1,-1 1,0-1,2 0,0 0,1 0,0 0,1 0,2 0,2 1,0 0,0 0,-2 1,-1 0,2-1,-1 1,0 0,-2 0,-1 0,-1 1,-1-1,-2 1,-2 0,-2 0,-1 0,-2 1,-1-1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4:06:28.502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6 457,'0'0,"-1"-1,1 0,-1 0,1-1,-1-1,1-1,0 0,-1-2,1-2,-1-1,1 0,0-1,-1-1,1-1,0-1,0 1,0 1,0 1,0 0,0 2,0-1,0 2,0 0,0 1,0 1,0 0,0 1,0 0,0 0,0 0,0 0,0 1,0-1,0 0,0 1,0-1,0 0,0 0,1-1,-1 1,1-1,-1 0,1-1,0 1,0-1,-1-1,1 0,-1 1,0-2,1 0,-1 0,1 0,0-2,-1 0,1 1,-1-1,1 2,-1 0,0-1,1 0,0 1,-1 2,0 0,0 1,1 0,-1 1,0 0,0 0,0 1,0 0,-1 0,1 1,0-1,0 0,0 1,0-1,1 2,0 0,0 2,1 1,0 1,0 1,0 1,1 1,0 1,1 1,1 2,0 0,1 1,-1-1,0 0,0 0,1 2,0 0,-1 0,1-1,-2-1,1-1,-1-1,0-1,0 0,0-1,-1 0,1 0,-1-1,0 0,1 2,1 0,-1 1,0-2,0 1,0-1,0-1,-1 1,1-1,-1 1,1-1,-1 1,1 0,-1-1,0-1,1 1,-1 0,0-1,1 0,-1 0,1 0,-1 0,0 0,0-1,0 1,0-1,-1 0,1 1,-1-1,1 1,-1 0,1-1,0 1,0-1,0-1,0 2,0-1,0 0,0 0,1 0,-2 0,1-1,-1 1,0-1,0 1,0-1,0 0,0 0,-1 0,1 0,0 0,0 0,-1-1,0 1,0-1,0 1,0 0,1-1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2:55:24.811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58 437,'0'0,"0"1,0 2,0 1,0 2,0 0,-1 2,1 1,-1 1,-1 1,2-1,-2 2,1-1,0 1,0-1,-1 1,0-1,1 0,-1 1,1-2,-1 1,1-2,-1 0,1-2,-1 1,1-1,0-1,0 1,0 2,-1-1,1 1,-1 0,1-1,-1 0,1 0,-1-1,1 0,0 0,0-1,0 0,0 1,0 0,-1-1,1 0,0 0,0-1,0 1,0-1,0 0,1 1,-1-1,1 0,-1 0,0 0,1-1,0 0,-1 1,1 0,0 0,0 0,1-1,1-3,1-1,2-1,1-2,1 0,0-1,1 1,0-2,1 0,-1-1,0 1,0 0,-1 0,1 0,-1 0,0 1,-1 0,2-1,-1 0,0 0,0 0,0-1,0 2,0-1,0 0,0 1,0-1,0 1,-1-1,2 0,-2 1,1-1,-1 1,0-1,-1 1,1 0,0-1,0 1,-1 0,1 0,-1 0,0 0,0 0,1 0,-1-1,1 1,0 0,0 0,0 0,-1 0,0 1,0-1,-1 1,1 0,0-1,-1 0,2 0,0 0,0 0,0 0,0-1,-1 1,0 0,0 0,0 0,0 1,-1 0,1 0,-1-1,1 1,-1 0,0 0,-1 1,2-2,0 0,0 0,-1 1,0 0,0 0,-1 0,0 0,1 0,-1-1,0 1,-1 0,0-1,0 1,-1 0,0 0,0 1,0-1,1 2,-1 1,2 2,1 1,1 1,2 1,2 2,4 1,0 1,2 1,0 1,-1-1,1 1,-1-1,0-1,-1 0,-1 0,-1-1,-1-2,0 1,-2-2,-1 0,-1 0,1-1,-2 0,-1-1,0 0,0 0,-1-1,0 0,1 1,0 0,1 0,-1 0,1 0,0 0,0 1,1 0,-1 0,0 0,0 0,1 0,-1 0,1 0,0 0,0 1,-1-1,0 0,-1-1,0 0,0-1,-1 1,0-1,-1 0,1 0,-1-1,0 1,1 0,0-1,-1 1,1-1,-1 0,-1 1,1 0,1-1,-1 0,0-1,-1-2,-1 1,1-2,-1 0,0-1,0-1,-1-1,1-1,-1 0,-1 0,1-1,-2 0,1 1,0 0,0 0,-1 0,1 1,0 0,0 0,0 1,0-1,0 1,1 1,-1 0,1 0,-1 0,0 0,1 0,0 1,-1-1,0 1,1 0,0 0,0 0,0 1,-1-1,2 0,-2 0,1 0,0 0,-1 0,0-1,1 1,-1 0,0-1,1 1,-1-1,0 1,1 0,0 1,-1-2,1 1,0 0,-1-1,0 0,1 1,-1-1,1 1,0 0,-1-1,-1-1,1 1,0 0,0-1,0 1,0-1,0 1,1-1,-1-1,-1 0,0-1,0 1,1 0,-1 1,0-2,0 0,0 0,0 0,0 1,0 0,0-1,1 1,-2 0,0-3,0 0,0-1,0 2,-1-1,1 1,0 1,2 1,-1 1,1-1,-1 2,1 0,0 0,-1 0,1 0,0 1,0-1,0 1,0-1,0 1,0 1,1-1,0 1,-1 0,1 0,-1 0,1-1,0 1,1-1,1 0,1 0,2-1,1-1,1 1,2-2,0 0,1-1,0 0,3-1,0 0,0-1,0 0,1 0,0-1,-1 0,0 1,-1 0,-1 0,-1 0,1 0,-1 0,-1 1,-1 1,0 0,0 0,-1 1,0 0,-1 0,0 1,0 1,-1 0,1 1,-2-1,1 1,-1 0,0 0,1 0,-1 0,0 1,0-1,0 1,1 0,-1 0,-1 0,0 0,1 0,-1 1,0 0,-1-1,1 1,-1 0,1 0,0-1,0 0,1 1,-1-1,0 1,0 0,0-1,-1 1,-2 0,-1 1,-1-1,-1 1,-1 0,0 0,-2 0,-1 0,1 0,-1 1,1 0,0 0,0 0,-2 1,0 0,0 0,0 0,0-1,0 0,1 1,-1-1,1 0,0 0,-1 0,0 0,0 0,-1 0,-1-1,1 1,0 0,1 0,0 0,0 0,0 0,0 0,0 0,-1 0,1 0,-1 0,0 1,0-2,0 1,0 1,-1-1,-1 0,1 0,0 0,1-1,0 1,2 0,1 0,1 0,1-1,1 0,1 1,0-1,1 0,0 0,-1 1,1 0,0 0,1-1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2:55:26.454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412 288,'-1'0,"0"0,0 0,0-1,-1 0,1 0,-1 0,-1-1,0 0,-1-1,-2 0,-1-1,-2 0,0-1,-3-1,0 0,-2 0,-3 0,1 0,-1 0,1 0,2 2,-1-1,2 1,0 0,1 0,0 1,2 0,1 0,1 1,0 1,2 0,-1 0,-1-1,1 0,-2 0,0 0,-1 0,1 0,-2 0,0 0,1 0,1 0,1 1,0 0,2-1,1 1,1 0,1 0,1 1,0-1,2-1,2 0,3 0,1-1,3-1,3 0,0-1,3 0,1-1,0 0,2 0,-2 0,2 1,-2-1,-1 1,-1 1,0-1,2 0,0 0,1 0,0 0,1 0,2 0,2 1,0 0,0 0,-2 1,-1 0,2-1,-1 1,0 0,-2 0,-1 0,-1 1,-1-1,-2 1,-2 0,-2 0,-1 0,-2 1,-1-1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2:55:29.052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6 457,'0'0,"-1"-1,1 0,-1 0,1-1,-1-1,1-1,0 0,-1-2,1-2,-1-1,1 0,0-1,-1-1,1-1,0-1,0 1,0 1,0 1,0 0,0 2,0-1,0 2,0 0,0 1,0 1,0 0,0 1,0 0,0 0,0 0,0 0,0 1,0-1,0 0,0 1,0-1,0 0,0 0,1-1,-1 1,1-1,-1 0,1-1,0 1,0-1,-1-1,1 0,-1 1,0-2,1 0,-1 0,1 0,0-2,-1 0,1 1,-1-1,1 2,-1 0,0-1,1 0,0 1,-1 2,0 0,0 1,1 0,-1 1,0 0,0 0,0 1,0 0,-1 0,1 1,0-1,0 0,0 1,0-1,1 2,0 0,0 2,1 1,0 1,0 1,0 1,1 1,0 1,1 1,1 2,0 0,1 1,-1-1,0 0,0 0,1 2,0 0,-1 0,1-1,-2-1,1-1,-1-1,0-1,0 0,0-1,-1 0,1 0,-1-1,0 0,1 2,1 0,-1 1,0-2,0 1,0-1,0-1,-1 1,1-1,-1 1,1-1,-1 1,1 0,-1-1,0-1,1 1,-1 0,0-1,1 0,-1 0,1 0,-1 0,0 0,0-1,0 1,0-1,-1 0,1 1,-1-1,1 1,-1 0,1-1,0 1,0-1,0-1,0 2,0-1,0 0,0 0,1 0,-2 0,1-1,-1 1,0-1,0 1,0-1,0 0,0 0,-1 0,1 0,0 0,0 0,-1-1,0 1,0-1,0 1,0 0,1-1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4:06:28.500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58 437,'0'0,"0"1,0 2,0 1,0 2,0 0,-1 2,1 1,-1 1,-1 1,2-1,-2 2,1-1,0 1,0-1,-1 1,0-1,1 0,-1 1,1-2,-1 1,1-2,-1 0,1-2,-1 1,1-1,0-1,0 1,0 2,-1-1,1 1,-1 0,1-1,-1 0,1 0,-1-1,1 0,0 0,0-1,0 0,0 1,0 0,-1-1,1 0,0 0,0-1,0 1,0-1,0 0,1 1,-1-1,1 0,-1 0,0 0,1-1,0 0,-1 1,1 0,0 0,0 0,1-1,1-3,1-1,2-1,1-2,1 0,0-1,1 1,0-2,1 0,-1-1,0 1,0 0,-1 0,1 0,-1 0,0 1,-1 0,2-1,-1 0,0 0,0 0,0-1,0 2,0-1,0 0,0 1,0-1,0 1,-1-1,2 0,-2 1,1-1,-1 1,0-1,-1 1,1 0,0-1,0 1,-1 0,1 0,-1 0,0 0,0 0,1 0,-1-1,1 1,0 0,0 0,0 0,-1 0,0 1,0-1,-1 1,1 0,0-1,-1 0,2 0,0 0,0 0,0 0,0-1,-1 1,0 0,0 0,0 0,0 1,-1 0,1 0,-1-1,1 1,-1 0,0 0,-1 1,2-2,0 0,0 0,-1 1,0 0,0 0,-1 0,0 0,1 0,-1-1,0 1,-1 0,0-1,0 1,-1 0,0 0,0 1,0-1,1 2,-1 1,2 2,1 1,1 1,2 1,2 2,4 1,0 1,2 1,0 1,-1-1,1 1,-1-1,0-1,-1 0,-1 0,-1-1,-1-2,0 1,-2-2,-1 0,-1 0,1-1,-2 0,-1-1,0 0,0 0,-1-1,0 0,1 1,0 0,1 0,-1 0,1 0,0 0,0 1,1 0,-1 0,0 0,0 0,1 0,-1 0,1 0,0 0,0 1,-1-1,0 0,-1-1,0 0,0-1,-1 1,0-1,-1 0,1 0,-1-1,0 1,1 0,0-1,-1 1,1-1,-1 0,-1 1,1 0,1-1,-1 0,0-1,-1-2,-1 1,1-2,-1 0,0-1,0-1,-1-1,1-1,-1 0,-1 0,1-1,-2 0,1 1,0 0,0 0,-1 0,1 1,0 0,0 0,0 1,0-1,0 1,1 1,-1 0,1 0,-1 0,0 0,1 0,0 1,-1-1,0 1,1 0,0 0,0 0,0 1,-1-1,2 0,-2 0,1 0,0 0,-1 0,0-1,1 1,-1 0,0-1,1 1,-1-1,0 1,1 0,0 1,-1-2,1 1,0 0,-1-1,0 0,1 1,-1-1,1 1,0 0,-1-1,-1-1,1 1,0 0,0-1,0 1,0-1,0 1,1-1,-1-1,-1 0,0-1,0 1,1 0,-1 1,0-2,0 0,0 0,0 0,0 1,0 0,0-1,1 1,-2 0,0-3,0 0,0-1,0 2,-1-1,1 1,0 1,2 1,-1 1,1-1,-1 2,1 0,0 0,-1 0,1 0,0 1,0-1,0 1,0-1,0 1,0 1,1-1,0 1,-1 0,1 0,-1 0,1-1,0 1,1-1,1 0,1 0,2-1,1-1,1 1,2-2,0 0,1-1,0 0,3-1,0 0,0-1,0 0,1 0,0-1,-1 0,0 1,-1 0,-1 0,-1 0,1 0,-1 0,-1 1,-1 1,0 0,0 0,-1 1,0 0,-1 0,0 1,0 1,-1 0,1 1,-2-1,1 1,-1 0,0 0,1 0,-1 0,0 1,0-1,0 1,1 0,-1 0,-1 0,0 0,1 0,-1 1,0 0,-1-1,1 1,-1 0,1 0,0-1,0 0,1 1,-1-1,0 1,0 0,0-1,-1 1,-2 0,-1 1,-1-1,-1 1,-1 0,0 0,-2 0,-1 0,1 0,-1 1,1 0,0 0,0 0,-2 1,0 0,0 0,0 0,0-1,0 0,1 1,-1-1,1 0,0 0,-1 0,0 0,0 0,-1 0,-1-1,1 1,0 0,1 0,0 0,0 0,0 0,0 0,0 0,-1 0,1 0,-1 0,0 1,0-2,0 1,0 1,-1-1,-1 0,1 0,0 0,1-1,0 1,2 0,1 0,1 0,1-1,1 0,1 1,0-1,1 0,0 0,-1 1,1 0,0 0,1-1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4:06:28.501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412 288,'-1'0,"0"0,0 0,0-1,-1 0,1 0,-1 0,-1-1,0 0,-1-1,-2 0,-1-1,-2 0,0-1,-3-1,0 0,-2 0,-3 0,1 0,-1 0,1 0,2 2,-1-1,2 1,0 0,1 0,0 1,2 0,1 0,1 1,0 1,2 0,-1 0,-1-1,1 0,-2 0,0 0,-1 0,1 0,-2 0,0 0,1 0,1 0,1 1,0 0,2-1,1 1,1 0,1 0,1 1,0-1,2-1,2 0,3 0,1-1,3-1,3 0,0-1,3 0,1-1,0 0,2 0,-2 0,2 1,-2-1,-1 1,-1 1,0-1,2 0,0 0,1 0,0 0,1 0,2 0,2 1,0 0,0 0,-2 1,-1 0,2-1,-1 1,0 0,-2 0,-1 0,-1 1,-1-1,-2 1,-2 0,-2 0,-1 0,-2 1,-1-1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8T14:06:28.502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6 457,'0'0,"-1"-1,1 0,-1 0,1-1,-1-1,1-1,0 0,-1-2,1-2,-1-1,1 0,0-1,-1-1,1-1,0-1,0 1,0 1,0 1,0 0,0 2,0-1,0 2,0 0,0 1,0 1,0 0,0 1,0 0,0 0,0 0,0 0,0 1,0-1,0 0,0 1,0-1,0 0,0 0,1-1,-1 1,1-1,-1 0,1-1,0 1,0-1,-1-1,1 0,-1 1,0-2,1 0,-1 0,1 0,0-2,-1 0,1 1,-1-1,1 2,-1 0,0-1,1 0,0 1,-1 2,0 0,0 1,1 0,-1 1,0 0,0 0,0 1,0 0,-1 0,1 1,0-1,0 0,0 1,0-1,1 2,0 0,0 2,1 1,0 1,0 1,0 1,1 1,0 1,1 1,1 2,0 0,1 1,-1-1,0 0,0 0,1 2,0 0,-1 0,1-1,-2-1,1-1,-1-1,0-1,0 0,0-1,-1 0,1 0,-1-1,0 0,1 2,1 0,-1 1,0-2,0 1,0-1,0-1,-1 1,1-1,-1 1,1-1,-1 1,1 0,-1-1,0-1,1 1,-1 0,0-1,1 0,-1 0,1 0,-1 0,0 0,0-1,0 1,0-1,-1 0,1 1,-1-1,1 1,-1 0,1-1,0 1,0-1,0-1,0 2,0-1,0 0,0 0,1 0,-2 0,1-1,-1 1,0-1,0 1,0-1,0 0,0 0,-1 0,1 0,0 0,0 0,-1-1,0 1,0-1,0 1,0 0,1-1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4:35:22.740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11 14,'-1'0,"0"0,-1 1,1 1,0 1,0 0,2 2,2 1,1 0,1 0,0-1,1-2,-2 0,1-1,-1-1,-2-3,0-2,-1 0,-1-2,0 1,-1 0,0 1,0 0,-2 2,1 2,0 2,1 1,0-1,0-1,1-3,0 0,0-3,-1 1,0-2,-2 1,1 1,-1 1,-1 2,0 2,0 3,1 1,0 2,0-1,2 1,0-2,4-1,0-2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4:35:23.660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31,'0'1,"1"0,0 2,2 0,2 0,1 2,2-1,2 1,1-1,-1-1,-2-1,-1-1,-1-2,-2-1,-1-3,-2-1,0-1,-2-2,0-1,0 2,-2 1,0 2,0 1,-1 2,-1 3,1 3,0 1,1 0,1 1,1-1,0-2,1-3,0-2,-1-1,0-1,-1 1,-1 0,-1 2,1 1,1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9T14:35:32.875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19,'0'2,"0"2,0 2,0 2,2 0,0-1,2 1,0 1,0 1,0-2,0-1,1 1,1 1,2-2,0-2,2 1,0-2,0-1,0 1,1-1,1 0,-1 1,1-1,0 0,-1-1,1-1,-1 0,-1-1,1 0,-1 0,0 0,0-1,0 1,-1-2,-2 0,1-2,1-2,-2-1,0 0,-1 0,-2-1,0-1,0 0,-1-1,0 0,1 0,-2 0,0-1,-1 1,0 0,-1 0,0 0,0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FE8DA-CFE2-45FF-9242-0E8E2DF75200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409D9-691C-4D7A-9097-5FEDA12F07D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CA3D-86A8-2FCF-021C-AD6CBF10B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FCB64-EB76-5D6E-EF71-09CCE5B3B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B18BA-6F57-805A-F56C-6C751480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6023A-A42E-87A0-71F3-7509A487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F4BAE-61A8-3AE3-8F91-4C4E7B7D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09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916-FCCC-6077-7F3B-6BF7A580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668F-9D38-CC29-DC1D-9047C7A18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5663A-ABE3-8AF0-E2F0-2345159B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8BD87-4DCE-AC8A-FB99-39BDFFD5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E47B0-975D-6B6B-C118-37BD52D6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53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AF359-EA37-DCB1-F959-A6555BF4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57AB4-7538-EBAF-CCCB-6B1F767E2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539A7-2157-795B-ED49-1052AC68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745A-6707-7570-8B54-A4C5BD796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920F9-CED5-A6A9-8AF5-0CAADCBC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16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910B-EDD4-28D4-68E7-6A9688BD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D8F7F-D886-6A2F-6D42-CAEC81B44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02233-6B74-BE34-9B98-9719411EE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08EA2-8AF9-D439-801F-4BD290F3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15508-9D0B-7D7A-7C6C-1D886AA6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EB5DF-048C-CEF7-9342-D88DBEE5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F1084-8ADA-8962-728B-6C6FED84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48BB6-01AD-EF7D-B76F-41EAE8555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B93CD-A21C-8D87-12A4-4BC75B5C1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3ACAC-C882-40BE-9B3F-2A5DDF7E9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95F7D-DA1C-E5C4-4645-8844C8EF8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2ABE04-F053-B2E7-99AB-EB61487FB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FA5BF-B798-DFC9-F667-5B3AD983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485073-097E-2C32-FAE9-AF530FAC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98BB-D598-BC94-ED2B-7EA5CDDD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2B2A4-FB92-3B04-0BDE-2F62DF21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B9648-9131-944B-52EF-B1FC4D3EF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61F76-747E-7AA2-BC7C-7396F52A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4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A3860-9B78-A5DC-59C6-3C08BAF2D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E47370-A2A1-BEF4-3096-964BDDD8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C49D7-F1DC-61EE-F5BF-DC9F1899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6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F509-4D95-5488-A19F-A3DBC0580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EAE5D-3767-9F53-2379-3D66E127B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0402B-EF92-5B84-733C-6D46E7C8A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BB1BD-A162-19CD-62A5-C6FD71269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3CB6E-C2F7-9C1A-A3D8-67807B2B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3C10A-DA0C-5478-C56F-5B104BD4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5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C17C-1DEB-5949-7B1B-3CEF14273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27E3D2-3814-8495-C900-BA057ADFA1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42BB3-5556-6B13-C151-77F5B81BB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A4BEB-47BC-9F48-068A-8C84BDC8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8BAC5-2B1D-B30A-22AB-C1E345EE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29CAA-A8F4-E55B-2A23-3F0C0253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32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B2F3B-F9FE-D16A-A139-078EC6952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76AE4-B8D3-4DD6-FFF6-3AE3B2B26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2CFA7-CBCC-6D06-5C77-1C88BED34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DF9F7-BFFD-9FDF-6BFB-BBE31293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A972A-27A3-C526-F828-F8C100F9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6FB2B2-7ECF-B27A-ADF1-B914A39915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CC2E9-0409-B3CD-F7CC-9944DCA32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41951-CF64-7880-50A6-E36C3F7E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7577F-F544-3514-2E40-F3A82252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0FB71-46BD-AA62-C713-65FB0AE0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1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48DDE-0B24-121D-96C3-01F00DAD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CE593-2CB5-9E4D-9B24-C2593F0A8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88073-E944-DD7E-6640-D2E97967D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18B2C-D038-4F13-8586-53BA494B40E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32794-76E7-4240-3C11-06931DFCF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701BC-BAB5-C71E-38BA-423D76D5F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3C12F-2A6B-472B-815C-70973041D4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3.xml"/><Relationship Id="rId25" Type="http://schemas.openxmlformats.org/officeDocument/2006/relationships/customXml" Target="../ink/ink6.xml"/><Relationship Id="rId2" Type="http://schemas.openxmlformats.org/officeDocument/2006/relationships/image" Target="../media/image1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4" Type="http://schemas.openxmlformats.org/officeDocument/2006/relationships/customXml" Target="../ink/ink5.xml"/><Relationship Id="rId23" Type="http://schemas.openxmlformats.org/officeDocument/2006/relationships/customXml" Target="../ink/ink4.xml"/><Relationship Id="rId19" Type="http://schemas.openxmlformats.org/officeDocument/2006/relationships/customXml" Target="../ink/ink2.xml"/><Relationship Id="rId22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9.jp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25.png"/><Relationship Id="rId18" Type="http://schemas.openxmlformats.org/officeDocument/2006/relationships/image" Target="../media/image27.png"/><Relationship Id="rId3" Type="http://schemas.openxmlformats.org/officeDocument/2006/relationships/hyperlink" Target="https://github.com/Leonardo1888/TEDxSCHOOL" TargetMode="External"/><Relationship Id="rId21" Type="http://schemas.openxmlformats.org/officeDocument/2006/relationships/customXml" Target="../ink/ink15.xml"/><Relationship Id="rId7" Type="http://schemas.openxmlformats.org/officeDocument/2006/relationships/image" Target="../media/image22.png"/><Relationship Id="rId12" Type="http://schemas.openxmlformats.org/officeDocument/2006/relationships/customXml" Target="../ink/ink11.xml"/><Relationship Id="rId17" Type="http://schemas.openxmlformats.org/officeDocument/2006/relationships/customXml" Target="../ink/ink13.xml"/><Relationship Id="rId2" Type="http://schemas.openxmlformats.org/officeDocument/2006/relationships/image" Target="../media/image1.png"/><Relationship Id="rId16" Type="http://schemas.openxmlformats.org/officeDocument/2006/relationships/hyperlink" Target="https://trello.com/b/Kx9uCnzz/tedxschool" TargetMode="External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24.png"/><Relationship Id="rId5" Type="http://schemas.openxmlformats.org/officeDocument/2006/relationships/image" Target="../media/image210.png"/><Relationship Id="rId15" Type="http://schemas.openxmlformats.org/officeDocument/2006/relationships/image" Target="../media/image26.png"/><Relationship Id="rId10" Type="http://schemas.openxmlformats.org/officeDocument/2006/relationships/customXml" Target="../ink/ink10.xml"/><Relationship Id="rId19" Type="http://schemas.openxmlformats.org/officeDocument/2006/relationships/customXml" Target="../ink/ink14.xml"/><Relationship Id="rId4" Type="http://schemas.openxmlformats.org/officeDocument/2006/relationships/customXml" Target="../ink/ink7.xml"/><Relationship Id="rId9" Type="http://schemas.openxmlformats.org/officeDocument/2006/relationships/image" Target="../media/image23.png"/><Relationship Id="rId14" Type="http://schemas.openxmlformats.org/officeDocument/2006/relationships/customXml" Target="../ink/ink12.xml"/><Relationship Id="rId2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08D8-0DCE-B3EF-6128-5392A0BA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22B5-9CA8-BB11-1D47-A372EC64A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F8681-8399-4780-2E47-7DC118658E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1254"/>
          <a:stretch>
            <a:fillRect/>
          </a:stretch>
        </p:blipFill>
        <p:spPr>
          <a:xfrm>
            <a:off x="-154845" y="0"/>
            <a:ext cx="12346845" cy="6858000"/>
          </a:xfrm>
          <a:prstGeom prst="rect">
            <a:avLst/>
          </a:prstGeom>
        </p:spPr>
      </p:pic>
      <p:sp>
        <p:nvSpPr>
          <p:cNvPr id="129" name="Google Shape;12588;p76">
            <a:extLst>
              <a:ext uri="{FF2B5EF4-FFF2-40B4-BE49-F238E27FC236}">
                <a16:creationId xmlns:a16="http://schemas.microsoft.com/office/drawing/2014/main" id="{3B2C5A55-8442-20BE-5610-AD049174DEE5}"/>
              </a:ext>
            </a:extLst>
          </p:cNvPr>
          <p:cNvSpPr txBox="1">
            <a:spLocks/>
          </p:cNvSpPr>
          <p:nvPr/>
        </p:nvSpPr>
        <p:spPr>
          <a:xfrm>
            <a:off x="2198254" y="691319"/>
            <a:ext cx="7481455" cy="999369"/>
          </a:xfrm>
          <a:prstGeom prst="rect">
            <a:avLst/>
          </a:prstGeom>
          <a:effectLst>
            <a:outerShdw blurRad="1270000" sx="101000" sy="101000" algn="ctr" rotWithShape="0">
              <a:srgbClr val="FFB67F">
                <a:alpha val="54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5400" dirty="0">
                <a:solidFill>
                  <a:srgbClr val="FFB67F"/>
                </a:solidFill>
                <a:effectLst>
                  <a:outerShdw blurRad="889000" algn="ctr" rotWithShape="0">
                    <a:schemeClr val="accent3">
                      <a:alpha val="60000"/>
                    </a:schemeClr>
                  </a:outerShdw>
                </a:effectLst>
                <a:latin typeface="Fredoka One" panose="02000000000000000000" pitchFamily="2" charset="0"/>
              </a:rPr>
              <a:t>TEDxSCHOOL</a:t>
            </a:r>
          </a:p>
          <a:p>
            <a:pPr>
              <a:spcBef>
                <a:spcPts val="0"/>
              </a:spcBef>
            </a:pPr>
            <a:endParaRPr lang="en-US" dirty="0">
              <a:effectLst>
                <a:outerShdw blurRad="889000" algn="ctr" rotWithShape="0">
                  <a:schemeClr val="accent3">
                    <a:alpha val="60000"/>
                  </a:schemeClr>
                </a:outerShdw>
              </a:effectLst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B60D7C7-B2D4-36C2-0E07-E29766A24AAA}"/>
              </a:ext>
            </a:extLst>
          </p:cNvPr>
          <p:cNvGrpSpPr/>
          <p:nvPr/>
        </p:nvGrpSpPr>
        <p:grpSpPr>
          <a:xfrm>
            <a:off x="8771499" y="1533368"/>
            <a:ext cx="481700" cy="449577"/>
            <a:chOff x="8392215" y="807188"/>
            <a:chExt cx="1220040" cy="11386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A9329A-9D83-591B-76A6-A9B70C3398CF}"/>
                    </a:ext>
                  </a:extLst>
                </p14:cNvPr>
                <p14:cNvContentPartPr/>
                <p14:nvPr/>
              </p14:nvContentPartPr>
              <p14:xfrm>
                <a:off x="8698575" y="1147388"/>
                <a:ext cx="913680" cy="798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A9329A-9D83-591B-76A6-A9B70C3398C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39159" y="190306"/>
                  <a:ext cx="1231601" cy="27117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97904F3-D86B-8FE5-47D1-C5204D40D510}"/>
                    </a:ext>
                  </a:extLst>
                </p14:cNvPr>
                <p14:cNvContentPartPr/>
                <p14:nvPr/>
              </p14:nvContentPartPr>
              <p14:xfrm>
                <a:off x="8392215" y="1244228"/>
                <a:ext cx="539640" cy="263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97904F3-D86B-8FE5-47D1-C5204D40D51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232962" y="288110"/>
                  <a:ext cx="857236" cy="21744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3C081B-F3A1-75BE-2690-ECE776D6B2ED}"/>
                    </a:ext>
                  </a:extLst>
                </p14:cNvPr>
                <p14:cNvContentPartPr/>
                <p14:nvPr/>
              </p14:nvContentPartPr>
              <p14:xfrm>
                <a:off x="8934015" y="807188"/>
                <a:ext cx="263160" cy="416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3C081B-F3A1-75BE-2690-ECE776D6B2E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74662" y="-148541"/>
                  <a:ext cx="580955" cy="232742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E7FB5A7-CB6B-4C04-4617-7128B77797D3}"/>
              </a:ext>
            </a:extLst>
          </p:cNvPr>
          <p:cNvSpPr txBox="1"/>
          <p:nvPr/>
        </p:nvSpPr>
        <p:spPr>
          <a:xfrm>
            <a:off x="5703683" y="2370691"/>
            <a:ext cx="32608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Rota Leonardo 1086029</a:t>
            </a:r>
          </a:p>
          <a:p>
            <a:pPr algn="r"/>
            <a:r>
              <a:rPr lang="it-IT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Bonomelli Pietro 1087035</a:t>
            </a:r>
          </a:p>
          <a:p>
            <a:pPr algn="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D931858-23E1-2DE9-D674-7ED74567E18A}"/>
              </a:ext>
            </a:extLst>
          </p:cNvPr>
          <p:cNvGrpSpPr/>
          <p:nvPr/>
        </p:nvGrpSpPr>
        <p:grpSpPr>
          <a:xfrm rot="2227734">
            <a:off x="3073571" y="2470502"/>
            <a:ext cx="481700" cy="449577"/>
            <a:chOff x="8392215" y="807188"/>
            <a:chExt cx="1220040" cy="11386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F18D4E8-BFA6-9DC8-0AF3-D3F1EAD6D326}"/>
                    </a:ext>
                  </a:extLst>
                </p14:cNvPr>
                <p14:cNvContentPartPr/>
                <p14:nvPr/>
              </p14:nvContentPartPr>
              <p14:xfrm>
                <a:off x="8698575" y="1147388"/>
                <a:ext cx="913680" cy="798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A9329A-9D83-591B-76A6-A9B70C3398C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39159" y="190306"/>
                  <a:ext cx="1231601" cy="27117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CDC22E6-62A5-7F25-0605-E23A7B891095}"/>
                    </a:ext>
                  </a:extLst>
                </p14:cNvPr>
                <p14:cNvContentPartPr/>
                <p14:nvPr/>
              </p14:nvContentPartPr>
              <p14:xfrm>
                <a:off x="8392215" y="1244228"/>
                <a:ext cx="539640" cy="263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97904F3-D86B-8FE5-47D1-C5204D40D51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232962" y="288110"/>
                  <a:ext cx="857236" cy="21744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AC181E6-F055-3F4B-0108-293F9661BCB1}"/>
                    </a:ext>
                  </a:extLst>
                </p14:cNvPr>
                <p14:cNvContentPartPr/>
                <p14:nvPr/>
              </p14:nvContentPartPr>
              <p14:xfrm>
                <a:off x="8934015" y="807188"/>
                <a:ext cx="263160" cy="416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3C081B-F3A1-75BE-2690-ECE776D6B2E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74662" y="-148541"/>
                  <a:ext cx="580955" cy="232742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70A6873-73C0-CEE7-7685-FBE66647C9CC}"/>
              </a:ext>
            </a:extLst>
          </p:cNvPr>
          <p:cNvSpPr txBox="1"/>
          <p:nvPr/>
        </p:nvSpPr>
        <p:spPr>
          <a:xfrm>
            <a:off x="9514280" y="2599930"/>
            <a:ext cx="33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718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9B6B-3540-BED6-FA0D-C9F6C730F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D8F8F8-4C5D-1D7F-4EA2-D77C054F045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l="14744" r="15363" b="449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12588;p76">
            <a:extLst>
              <a:ext uri="{FF2B5EF4-FFF2-40B4-BE49-F238E27FC236}">
                <a16:creationId xmlns:a16="http://schemas.microsoft.com/office/drawing/2014/main" id="{E3441280-99C0-F7DC-40CF-B8A260F066F0}"/>
              </a:ext>
            </a:extLst>
          </p:cNvPr>
          <p:cNvSpPr txBox="1">
            <a:spLocks/>
          </p:cNvSpPr>
          <p:nvPr/>
        </p:nvSpPr>
        <p:spPr>
          <a:xfrm>
            <a:off x="1759565" y="237084"/>
            <a:ext cx="4831357" cy="849086"/>
          </a:xfrm>
          <a:prstGeom prst="rect">
            <a:avLst/>
          </a:prstGeom>
          <a:effectLst>
            <a:outerShdw blurRad="1270000" sx="101000" sy="101000" algn="ctr" rotWithShape="0">
              <a:srgbClr val="FFB67F">
                <a:alpha val="54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-US" sz="5400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B237"/>
                </a:solidFill>
                <a:effectLst>
                  <a:outerShdw blurRad="889000" algn="ctr" rotWithShape="0">
                    <a:schemeClr val="accent3">
                      <a:lumMod val="75000"/>
                      <a:alpha val="60000"/>
                    </a:schemeClr>
                  </a:outerShdw>
                </a:effectLst>
                <a:latin typeface="Fredoka One" panose="02000000000000000000" pitchFamily="2" charset="0"/>
              </a:rPr>
              <a:t>Idea</a:t>
            </a:r>
            <a:endParaRPr lang="en-US" dirty="0">
              <a:solidFill>
                <a:srgbClr val="FFB237"/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EB18AB-986A-26FB-F0DC-189B59688E64}"/>
              </a:ext>
            </a:extLst>
          </p:cNvPr>
          <p:cNvSpPr txBox="1"/>
          <p:nvPr/>
        </p:nvSpPr>
        <p:spPr>
          <a:xfrm>
            <a:off x="1899632" y="955721"/>
            <a:ext cx="7899350" cy="2585323"/>
          </a:xfrm>
          <a:prstGeom prst="rect">
            <a:avLst/>
          </a:prstGeom>
          <a:noFill/>
          <a:effectLst>
            <a:innerShdw>
              <a:schemeClr val="tx1"/>
            </a:innerShdw>
          </a:effectLst>
        </p:spPr>
        <p:txBody>
          <a:bodyPr wrap="square">
            <a:spAutoFit/>
          </a:bodyPr>
          <a:lstStyle/>
          <a:p>
            <a:pPr lvl="1"/>
            <a:r>
              <a:rPr lang="it-IT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Offrire alle scuole e agli insegnanti una piattaforma basata su TEDx Talks che supporti l'intero ciclo di apprendimento: dall'assegnazione di materiale didattico multimediale (video) alla verifica dell'apprendimento tramite quiz generati dal professore.</a:t>
            </a:r>
          </a:p>
          <a:p>
            <a:pPr lvl="1"/>
            <a:endParaRPr lang="it-IT" b="1" spc="100" dirty="0">
              <a:solidFill>
                <a:srgbClr val="FFF2DE"/>
              </a:solidFill>
              <a:effectLst>
                <a:glow>
                  <a:schemeClr val="bg1"/>
                </a:glow>
                <a:outerShdw blurRad="990600" dist="63500" sx="122000" sy="122000" algn="ctr" rotWithShape="0">
                  <a:schemeClr val="bg1">
                    <a:alpha val="50000"/>
                  </a:schemeClr>
                </a:outerShdw>
              </a:effectLst>
              <a:latin typeface="Handwritten"/>
            </a:endParaRPr>
          </a:p>
          <a:p>
            <a:pPr lvl="1"/>
            <a:r>
              <a:rPr lang="it-IT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La piattaforma mira a integrare contenuti di alta qualità e attuali nel curriculum scolastico, consentendo agli studenti di prendere appunti e fornendo loro definizioni direttamente durante la visione del video tramite i transcript di TEDx.</a:t>
            </a:r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04A828C7-0301-F04B-6307-E276542AC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47955">
            <a:off x="9683694" y="388279"/>
            <a:ext cx="1497481" cy="1497481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F3400B-5D09-2DD7-4B2E-339BFBAA8E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96301">
            <a:off x="9472069" y="2468634"/>
            <a:ext cx="1920731" cy="19207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9F7F85-6ADF-5CC5-F986-E4AE64744E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42511" y="959381"/>
            <a:ext cx="558429" cy="558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3FE7E8-7D96-DF87-C9B9-FBF9C545C8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52696" y="2255470"/>
            <a:ext cx="558429" cy="558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7F0293-19A7-7674-0B1D-A0F62A6408CE}"/>
              </a:ext>
            </a:extLst>
          </p:cNvPr>
          <p:cNvSpPr txBox="1"/>
          <p:nvPr/>
        </p:nvSpPr>
        <p:spPr>
          <a:xfrm>
            <a:off x="11198300" y="4977370"/>
            <a:ext cx="33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2</a:t>
            </a:r>
            <a:endParaRPr lang="en-US" dirty="0"/>
          </a:p>
        </p:txBody>
      </p:sp>
      <p:sp>
        <p:nvSpPr>
          <p:cNvPr id="8" name="Google Shape;12588;p76">
            <a:extLst>
              <a:ext uri="{FF2B5EF4-FFF2-40B4-BE49-F238E27FC236}">
                <a16:creationId xmlns:a16="http://schemas.microsoft.com/office/drawing/2014/main" id="{94B0AC9E-557E-A195-564F-C6AD431450EC}"/>
              </a:ext>
            </a:extLst>
          </p:cNvPr>
          <p:cNvSpPr txBox="1">
            <a:spLocks/>
          </p:cNvSpPr>
          <p:nvPr/>
        </p:nvSpPr>
        <p:spPr>
          <a:xfrm>
            <a:off x="1759564" y="3619991"/>
            <a:ext cx="4831357" cy="498904"/>
          </a:xfrm>
          <a:prstGeom prst="rect">
            <a:avLst/>
          </a:prstGeom>
          <a:effectLst>
            <a:outerShdw blurRad="1270000" sx="101000" sy="101000" algn="ctr" rotWithShape="0">
              <a:srgbClr val="FFB67F">
                <a:alpha val="54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-US" sz="5400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B237"/>
                </a:solidFill>
                <a:effectLst>
                  <a:outerShdw blurRad="889000" algn="ctr" rotWithShape="0">
                    <a:schemeClr val="accent3">
                      <a:lumMod val="75000"/>
                      <a:alpha val="60000"/>
                    </a:schemeClr>
                  </a:outerShdw>
                </a:effectLst>
                <a:latin typeface="Fredoka One" panose="02000000000000000000" pitchFamily="2" charset="0"/>
              </a:rPr>
              <a:t>Obiettivi</a:t>
            </a:r>
            <a:endParaRPr lang="en-US" dirty="0">
              <a:solidFill>
                <a:srgbClr val="FFB237"/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66460-44D6-BBBD-2432-3C66ABB5AC41}"/>
              </a:ext>
            </a:extLst>
          </p:cNvPr>
          <p:cNvSpPr txBox="1"/>
          <p:nvPr/>
        </p:nvSpPr>
        <p:spPr>
          <a:xfrm>
            <a:off x="1899633" y="4141472"/>
            <a:ext cx="7899350" cy="923330"/>
          </a:xfrm>
          <a:prstGeom prst="rect">
            <a:avLst/>
          </a:prstGeom>
          <a:noFill/>
          <a:effectLst>
            <a:innerShdw>
              <a:schemeClr val="tx1"/>
            </a:innerShdw>
          </a:effectLst>
        </p:spPr>
        <p:txBody>
          <a:bodyPr wrap="square">
            <a:spAutoFit/>
          </a:bodyPr>
          <a:lstStyle/>
          <a:p>
            <a:pPr lvl="1"/>
            <a:r>
              <a:rPr lang="it-IT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Invogliare gli studenti ad imparare e mettersi alla prova.</a:t>
            </a:r>
          </a:p>
          <a:p>
            <a:pPr lvl="1"/>
            <a:r>
              <a:rPr lang="it-IT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Facilitare l’apprendimento tramite pop-up interattivi.</a:t>
            </a:r>
          </a:p>
          <a:p>
            <a:pPr lvl="1"/>
            <a:r>
              <a:rPr lang="it-IT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Verifica semplice e veloce dell’apprendimento per il professore.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864666-A1B8-F8CA-0FF5-D637B58B9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2311" y="4159296"/>
            <a:ext cx="238814" cy="2388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5B40C2-4F09-0135-2DD2-1733C2C713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2311" y="4483730"/>
            <a:ext cx="238814" cy="2388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5B7CD8-4EA0-5C30-443E-78635029D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6786" y="4733726"/>
            <a:ext cx="238814" cy="23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3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F942F-2C74-9FDD-0DC7-8BBC6FE1E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D9F189-5A50-9485-44AD-664A2D1B645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l="14744" r="15363" b="449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12588;p76">
            <a:extLst>
              <a:ext uri="{FF2B5EF4-FFF2-40B4-BE49-F238E27FC236}">
                <a16:creationId xmlns:a16="http://schemas.microsoft.com/office/drawing/2014/main" id="{7BD59A84-C9CD-33CF-D5E7-31C3FF813157}"/>
              </a:ext>
            </a:extLst>
          </p:cNvPr>
          <p:cNvSpPr txBox="1">
            <a:spLocks/>
          </p:cNvSpPr>
          <p:nvPr/>
        </p:nvSpPr>
        <p:spPr>
          <a:xfrm>
            <a:off x="1759566" y="380351"/>
            <a:ext cx="4590434" cy="849086"/>
          </a:xfrm>
          <a:prstGeom prst="rect">
            <a:avLst/>
          </a:prstGeom>
          <a:effectLst>
            <a:outerShdw blurRad="1270000" sx="101000" sy="101000" algn="ctr" rotWithShape="0">
              <a:srgbClr val="FFB67F">
                <a:alpha val="54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-US" sz="5400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B237"/>
                </a:solidFill>
                <a:effectLst>
                  <a:outerShdw blurRad="889000" algn="ctr" rotWithShape="0">
                    <a:schemeClr val="accent3">
                      <a:lumMod val="75000"/>
                      <a:alpha val="60000"/>
                    </a:schemeClr>
                  </a:outerShdw>
                </a:effectLst>
                <a:latin typeface="Fredoka One" panose="02000000000000000000" pitchFamily="2" charset="0"/>
              </a:rPr>
              <a:t>Stakeholders</a:t>
            </a:r>
          </a:p>
          <a:p>
            <a:pPr>
              <a:spcBef>
                <a:spcPts val="0"/>
              </a:spcBef>
            </a:pPr>
            <a:endParaRPr lang="en-US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DADB3A-D55F-8230-F172-08471B001D44}"/>
              </a:ext>
            </a:extLst>
          </p:cNvPr>
          <p:cNvSpPr txBox="1"/>
          <p:nvPr/>
        </p:nvSpPr>
        <p:spPr>
          <a:xfrm>
            <a:off x="1759566" y="1431988"/>
            <a:ext cx="7899350" cy="3046988"/>
          </a:xfrm>
          <a:prstGeom prst="rect">
            <a:avLst/>
          </a:prstGeom>
          <a:noFill/>
          <a:effectLst>
            <a:innerShdw>
              <a:schemeClr val="tx1"/>
            </a:innerShdw>
          </a:effectLst>
        </p:spPr>
        <p:txBody>
          <a:bodyPr wrap="square">
            <a:spAutoFit/>
          </a:bodyPr>
          <a:lstStyle/>
          <a:p>
            <a:pPr lvl="1"/>
            <a:r>
              <a:rPr lang="it-IT" sz="24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Utenti Primari: Professori (Creano classi, assegnano compiti, visualizzano risultati) e Studenti (Guardano video, fanno i compiti).</a:t>
            </a:r>
          </a:p>
          <a:p>
            <a:pPr lvl="1"/>
            <a:endParaRPr lang="it-IT" sz="2400" b="1" spc="100" dirty="0">
              <a:solidFill>
                <a:srgbClr val="FFF2DE"/>
              </a:solidFill>
              <a:effectLst>
                <a:glow>
                  <a:schemeClr val="bg1"/>
                </a:glow>
                <a:outerShdw blurRad="990600" dist="63500" sx="122000" sy="122000" algn="ctr" rotWithShape="0">
                  <a:schemeClr val="bg1">
                    <a:alpha val="50000"/>
                  </a:schemeClr>
                </a:outerShdw>
              </a:effectLst>
              <a:latin typeface="Handwritten"/>
            </a:endParaRPr>
          </a:p>
          <a:p>
            <a:pPr lvl="1"/>
            <a:r>
              <a:rPr lang="it-IT" sz="24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Utenti Secondari: Istituti Scolastici/Dirigenti (Adottano la piattaforma, monitorano l'uso generale) e Sviluppatori (Mantenimento e aggiornamento del sistema).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A16236-92BE-2E94-9D2A-8B78FF2A4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2221">
            <a:off x="9147426" y="1659958"/>
            <a:ext cx="1951163" cy="19511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F4C2C5-50C7-A539-CA5A-03CB0B9DB9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3" t="15819" r="8815" b="15191"/>
          <a:stretch>
            <a:fillRect/>
          </a:stretch>
        </p:blipFill>
        <p:spPr>
          <a:xfrm rot="497649">
            <a:off x="7697308" y="4186455"/>
            <a:ext cx="2163612" cy="19511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BECA7E-A637-4D60-4B5C-F2999B7E02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61166" y="1330573"/>
            <a:ext cx="558429" cy="5584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D22D51-565F-8802-B984-3B424614DA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61166" y="2799300"/>
            <a:ext cx="558429" cy="5584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F399C9-14CB-61ED-169F-82BD77C1127B}"/>
              </a:ext>
            </a:extLst>
          </p:cNvPr>
          <p:cNvSpPr txBox="1"/>
          <p:nvPr/>
        </p:nvSpPr>
        <p:spPr>
          <a:xfrm>
            <a:off x="11198300" y="4977370"/>
            <a:ext cx="33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226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1A2F6-C52D-99D9-040D-DB98237AE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A58969-F9EA-B0BF-BDE9-FDA4D859055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l="14744" r="15363" b="449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12588;p76">
            <a:extLst>
              <a:ext uri="{FF2B5EF4-FFF2-40B4-BE49-F238E27FC236}">
                <a16:creationId xmlns:a16="http://schemas.microsoft.com/office/drawing/2014/main" id="{483506DC-8327-7735-3FE5-284786D681E1}"/>
              </a:ext>
            </a:extLst>
          </p:cNvPr>
          <p:cNvSpPr txBox="1">
            <a:spLocks/>
          </p:cNvSpPr>
          <p:nvPr/>
        </p:nvSpPr>
        <p:spPr>
          <a:xfrm>
            <a:off x="1741132" y="392436"/>
            <a:ext cx="3658246" cy="849086"/>
          </a:xfrm>
          <a:prstGeom prst="rect">
            <a:avLst/>
          </a:prstGeom>
          <a:effectLst>
            <a:outerShdw blurRad="1270000" sx="101000" sy="101000" algn="ctr" rotWithShape="0">
              <a:srgbClr val="FFB67F">
                <a:alpha val="54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-US" sz="5400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r>
              <a:rPr lang="en-US" dirty="0" err="1">
                <a:solidFill>
                  <a:srgbClr val="FFB237"/>
                </a:solidFill>
                <a:effectLst>
                  <a:outerShdw blurRad="889000" algn="ctr" rotWithShape="0">
                    <a:schemeClr val="accent3">
                      <a:lumMod val="75000"/>
                      <a:alpha val="60000"/>
                    </a:schemeClr>
                  </a:outerShdw>
                </a:effectLst>
                <a:latin typeface="Fredoka One" panose="02000000000000000000" pitchFamily="2" charset="0"/>
              </a:rPr>
              <a:t>Funzionalità</a:t>
            </a:r>
            <a:endParaRPr lang="en-US" dirty="0">
              <a:solidFill>
                <a:srgbClr val="FFB237"/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6A7045C-8124-00F5-8E77-AAE41B1E1B43}"/>
              </a:ext>
            </a:extLst>
          </p:cNvPr>
          <p:cNvGrpSpPr/>
          <p:nvPr/>
        </p:nvGrpSpPr>
        <p:grpSpPr>
          <a:xfrm>
            <a:off x="1666424" y="2098663"/>
            <a:ext cx="5202549" cy="3360846"/>
            <a:chOff x="987414" y="2268757"/>
            <a:chExt cx="5202549" cy="33608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C080743-909B-2FA5-BF90-630A775DDC99}"/>
                </a:ext>
              </a:extLst>
            </p:cNvPr>
            <p:cNvSpPr txBox="1"/>
            <p:nvPr/>
          </p:nvSpPr>
          <p:spPr>
            <a:xfrm>
              <a:off x="987414" y="2459504"/>
              <a:ext cx="5202549" cy="3170099"/>
            </a:xfrm>
            <a:prstGeom prst="rect">
              <a:avLst/>
            </a:prstGeom>
            <a:noFill/>
            <a:effectLst>
              <a:innerShdw>
                <a:schemeClr val="tx1"/>
              </a:innerShdw>
            </a:effectLst>
          </p:spPr>
          <p:txBody>
            <a:bodyPr wrap="square">
              <a:spAutoFit/>
            </a:bodyPr>
            <a:lstStyle/>
            <a:p>
              <a:pPr lvl="1"/>
              <a:r>
                <a:rPr lang="it-IT" sz="20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Creazione classe</a:t>
              </a:r>
            </a:p>
            <a:p>
              <a:pPr lvl="1"/>
              <a:endPara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endParaRPr>
            </a:p>
            <a:p>
              <a:pPr lvl="1"/>
              <a:r>
                <a:rPr lang="it-IT" sz="20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Estrapolare clip da un Talk</a:t>
              </a:r>
            </a:p>
            <a:p>
              <a:pPr lvl="1"/>
              <a:endPara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endParaRPr>
            </a:p>
            <a:p>
              <a:pPr lvl="1"/>
              <a:r>
                <a:rPr lang="it-IT" sz="20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Assegnare le clip agli studenti</a:t>
              </a:r>
            </a:p>
            <a:p>
              <a:pPr lvl="1"/>
              <a:endPara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endParaRPr>
            </a:p>
            <a:p>
              <a:pPr lvl="1"/>
              <a:r>
                <a:rPr lang="it-IT" sz="20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Generare dei compiti</a:t>
              </a:r>
            </a:p>
            <a:p>
              <a:pPr lvl="1"/>
              <a:endPara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endParaRPr>
            </a:p>
            <a:p>
              <a:pPr lvl="1"/>
              <a:r>
                <a:rPr lang="it-IT" sz="20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Visionare i risultati degli studenti</a:t>
              </a:r>
            </a:p>
            <a:p>
              <a:pPr lvl="1"/>
              <a:endPara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BE4DBC7-4616-CF50-1877-EF46ECDB2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2122" y="3472383"/>
              <a:ext cx="558429" cy="55843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CEB8238-8D2E-E061-83E4-493C22ACF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2122" y="2268757"/>
              <a:ext cx="558429" cy="55843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E13938-B0BD-6B5E-1568-1EB5F9FD7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62122" y="2884318"/>
              <a:ext cx="558429" cy="55843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5303403-39E7-3D3A-A9EE-9F18C22F9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12790">
            <a:off x="7950801" y="4827482"/>
            <a:ext cx="1088210" cy="10882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B4EE77-C99E-07EE-44B1-C67D44263B7B}"/>
              </a:ext>
            </a:extLst>
          </p:cNvPr>
          <p:cNvSpPr txBox="1"/>
          <p:nvPr/>
        </p:nvSpPr>
        <p:spPr>
          <a:xfrm>
            <a:off x="11198300" y="4977370"/>
            <a:ext cx="33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3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786EC2-24C4-AD53-E0C7-B5EA7796AE7D}"/>
              </a:ext>
            </a:extLst>
          </p:cNvPr>
          <p:cNvSpPr txBox="1"/>
          <p:nvPr/>
        </p:nvSpPr>
        <p:spPr>
          <a:xfrm>
            <a:off x="1741132" y="1633958"/>
            <a:ext cx="2345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PER I PROFESSORI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7AFBC1-DF09-5E65-0A5F-D2ADE1C73E23}"/>
              </a:ext>
            </a:extLst>
          </p:cNvPr>
          <p:cNvSpPr txBox="1"/>
          <p:nvPr/>
        </p:nvSpPr>
        <p:spPr>
          <a:xfrm>
            <a:off x="6562821" y="1633958"/>
            <a:ext cx="2345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PER GLI STUDENTI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0ECB0A-E61F-3F33-E6C8-BF5CED3131A8}"/>
              </a:ext>
            </a:extLst>
          </p:cNvPr>
          <p:cNvGrpSpPr/>
          <p:nvPr/>
        </p:nvGrpSpPr>
        <p:grpSpPr>
          <a:xfrm>
            <a:off x="6562821" y="2094660"/>
            <a:ext cx="4761644" cy="2415257"/>
            <a:chOff x="6672883" y="2098663"/>
            <a:chExt cx="5202549" cy="238784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C5E33F-55F1-8AC5-CA3E-67477DE002A2}"/>
                </a:ext>
              </a:extLst>
            </p:cNvPr>
            <p:cNvSpPr txBox="1"/>
            <p:nvPr/>
          </p:nvSpPr>
          <p:spPr>
            <a:xfrm>
              <a:off x="6672883" y="2265239"/>
              <a:ext cx="5202549" cy="2221270"/>
            </a:xfrm>
            <a:prstGeom prst="rect">
              <a:avLst/>
            </a:prstGeom>
            <a:noFill/>
            <a:effectLst>
              <a:innerShdw>
                <a:schemeClr val="tx1"/>
              </a:innerShdw>
            </a:effectLst>
          </p:spPr>
          <p:txBody>
            <a:bodyPr wrap="square">
              <a:spAutoFit/>
            </a:bodyPr>
            <a:lstStyle/>
            <a:p>
              <a:pPr lvl="1"/>
              <a:r>
                <a:rPr lang="it-IT" sz="20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Prendere appunti</a:t>
              </a:r>
            </a:p>
            <a:p>
              <a:pPr lvl="1"/>
              <a:endPara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endParaRPr>
            </a:p>
            <a:p>
              <a:pPr lvl="1"/>
              <a:r>
                <a:rPr lang="it-IT" sz="20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Pop-up esplicativi in tempo reale dei tecnicismi</a:t>
              </a:r>
            </a:p>
            <a:p>
              <a:pPr lvl="1"/>
              <a:endPara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endParaRPr>
            </a:p>
            <a:p>
              <a:pPr lvl="1"/>
              <a:r>
                <a:rPr lang="it-IT" sz="20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Svolgere i compiti</a:t>
              </a:r>
            </a:p>
            <a:p>
              <a:pPr lvl="1"/>
              <a:endPara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C761BE9-CCB4-4C85-EB14-113B2C41D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747591" y="3566520"/>
              <a:ext cx="558429" cy="5584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119B9A9-1C6C-ADE5-E867-82D52FB51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747591" y="2098663"/>
              <a:ext cx="558429" cy="55843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1461A30-52B8-6EF7-9452-0D2437BD7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747591" y="2714224"/>
              <a:ext cx="558429" cy="55843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B13E861-6E72-BA3E-2455-C01368E3E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131" y="3921693"/>
            <a:ext cx="558429" cy="558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6A8284-CBAA-D3B2-FF1C-681F626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130" y="4537254"/>
            <a:ext cx="558429" cy="55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632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DBF72-BD41-820F-C691-B6E83E733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F73FE5-EC68-120E-1EB2-296405ED7AA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l="14744" r="15363" b="449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12588;p76">
            <a:extLst>
              <a:ext uri="{FF2B5EF4-FFF2-40B4-BE49-F238E27FC236}">
                <a16:creationId xmlns:a16="http://schemas.microsoft.com/office/drawing/2014/main" id="{FF3841F1-83E2-8075-2169-98CD81528C77}"/>
              </a:ext>
            </a:extLst>
          </p:cNvPr>
          <p:cNvSpPr txBox="1">
            <a:spLocks/>
          </p:cNvSpPr>
          <p:nvPr/>
        </p:nvSpPr>
        <p:spPr>
          <a:xfrm>
            <a:off x="1034363" y="254190"/>
            <a:ext cx="4590434" cy="849086"/>
          </a:xfrm>
          <a:prstGeom prst="rect">
            <a:avLst/>
          </a:prstGeom>
          <a:ln>
            <a:noFill/>
          </a:ln>
          <a:effectLst>
            <a:outerShdw blurRad="1270000" sx="101000" sy="101000" algn="ctr" rotWithShape="0">
              <a:srgbClr val="FFB67F">
                <a:alpha val="54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-US" sz="5400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B237"/>
                </a:solidFill>
                <a:effectLst>
                  <a:outerShdw blurRad="889000" algn="ctr" rotWithShape="0">
                    <a:schemeClr val="accent3">
                      <a:lumMod val="75000"/>
                      <a:alpha val="60000"/>
                    </a:schemeClr>
                  </a:outerShdw>
                </a:effectLst>
                <a:latin typeface="Fredoka One" panose="02000000000000000000" pitchFamily="2" charset="0"/>
              </a:rPr>
              <a:t>Archittettura</a:t>
            </a:r>
            <a:endParaRPr lang="en-US" dirty="0">
              <a:solidFill>
                <a:srgbClr val="FFB237"/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endParaRPr lang="en-US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B4EAEB-2D2C-C61E-2532-6009BF727EA2}"/>
              </a:ext>
            </a:extLst>
          </p:cNvPr>
          <p:cNvGrpSpPr/>
          <p:nvPr/>
        </p:nvGrpSpPr>
        <p:grpSpPr>
          <a:xfrm>
            <a:off x="6780664" y="4328993"/>
            <a:ext cx="1031546" cy="1096548"/>
            <a:chOff x="2212633" y="1402715"/>
            <a:chExt cx="1239600" cy="124084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250940F-6B42-DAF1-F1CA-0A27E8C71647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028" b="20591"/>
            <a:stretch>
              <a:fillRect/>
            </a:stretch>
          </p:blipFill>
          <p:spPr>
            <a:xfrm>
              <a:off x="2351760" y="1402715"/>
              <a:ext cx="914399" cy="9144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6755CF4-4B5C-7413-E2F2-09BFAB6418E9}"/>
                </a:ext>
              </a:extLst>
            </p:cNvPr>
            <p:cNvSpPr txBox="1"/>
            <p:nvPr/>
          </p:nvSpPr>
          <p:spPr>
            <a:xfrm>
              <a:off x="2212633" y="2337464"/>
              <a:ext cx="1239600" cy="3061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 AWS Glue</a:t>
              </a:r>
              <a:endParaRPr lang="en-US" sz="1200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12EF566-F52E-214A-B1FB-FD6CB518896A}"/>
              </a:ext>
            </a:extLst>
          </p:cNvPr>
          <p:cNvGrpSpPr/>
          <p:nvPr/>
        </p:nvGrpSpPr>
        <p:grpSpPr>
          <a:xfrm>
            <a:off x="7164437" y="949585"/>
            <a:ext cx="1137475" cy="1097268"/>
            <a:chOff x="3233416" y="1423065"/>
            <a:chExt cx="1170354" cy="1262615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FEFA167-CB7D-69DD-3A5B-15BCF1364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26" t="8258" r="26191" b="35511"/>
            <a:stretch>
              <a:fillRect/>
            </a:stretch>
          </p:blipFill>
          <p:spPr>
            <a:xfrm>
              <a:off x="3233416" y="1423065"/>
              <a:ext cx="1170354" cy="914399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80CD1EC-B115-A903-4669-D995A17D376D}"/>
                </a:ext>
              </a:extLst>
            </p:cNvPr>
            <p:cNvSpPr txBox="1"/>
            <p:nvPr/>
          </p:nvSpPr>
          <p:spPr>
            <a:xfrm>
              <a:off x="3415824" y="2344240"/>
              <a:ext cx="815224" cy="341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SNS</a:t>
              </a:r>
              <a:endParaRPr lang="en-US" sz="1200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CC1A4C1-A7C7-2621-3FCD-ECA4B1F081AB}"/>
              </a:ext>
            </a:extLst>
          </p:cNvPr>
          <p:cNvGrpSpPr/>
          <p:nvPr/>
        </p:nvGrpSpPr>
        <p:grpSpPr>
          <a:xfrm>
            <a:off x="1720065" y="3994088"/>
            <a:ext cx="1078193" cy="1041486"/>
            <a:chOff x="4301306" y="1550574"/>
            <a:chExt cx="1181884" cy="121135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191B986-0DAF-8908-33CE-EA6735377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2641" y="1550574"/>
              <a:ext cx="764190" cy="743493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7A7CE6D-6E7B-653D-50B6-0F3E7F012F2B}"/>
                </a:ext>
              </a:extLst>
            </p:cNvPr>
            <p:cNvSpPr txBox="1"/>
            <p:nvPr/>
          </p:nvSpPr>
          <p:spPr>
            <a:xfrm>
              <a:off x="4301306" y="2300259"/>
              <a:ext cx="11818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Source Code</a:t>
              </a:r>
            </a:p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Repository</a:t>
              </a:r>
              <a:endParaRPr lang="en-US" sz="12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38BFC13-B241-C6E9-9F52-4733F37B1593}"/>
              </a:ext>
            </a:extLst>
          </p:cNvPr>
          <p:cNvGrpSpPr/>
          <p:nvPr/>
        </p:nvGrpSpPr>
        <p:grpSpPr>
          <a:xfrm>
            <a:off x="7198367" y="2576967"/>
            <a:ext cx="1181884" cy="1091359"/>
            <a:chOff x="5471660" y="1497777"/>
            <a:chExt cx="1193657" cy="1134382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8AC8EE37-557B-77CF-C4E5-5E3F571FA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0715" y="1497777"/>
              <a:ext cx="849086" cy="849086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5F7A2FB-2782-3FBA-2A1F-913ABB910547}"/>
                </a:ext>
              </a:extLst>
            </p:cNvPr>
            <p:cNvSpPr txBox="1"/>
            <p:nvPr/>
          </p:nvSpPr>
          <p:spPr>
            <a:xfrm>
              <a:off x="5471660" y="2344240"/>
              <a:ext cx="1193657" cy="287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API Gateway</a:t>
              </a:r>
              <a:endParaRPr lang="en-US" sz="12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AB4AAA9-0937-1BC0-55D8-331C9D9CF8EF}"/>
              </a:ext>
            </a:extLst>
          </p:cNvPr>
          <p:cNvGrpSpPr/>
          <p:nvPr/>
        </p:nvGrpSpPr>
        <p:grpSpPr>
          <a:xfrm>
            <a:off x="9328507" y="992247"/>
            <a:ext cx="1145778" cy="1220698"/>
            <a:chOff x="7562307" y="1585510"/>
            <a:chExt cx="1145778" cy="1220698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B9787554-ABD1-7FBB-D1EA-96100C5A6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60" t="23067" r="17012" b="26658"/>
            <a:stretch>
              <a:fillRect/>
            </a:stretch>
          </p:blipFill>
          <p:spPr>
            <a:xfrm>
              <a:off x="7576128" y="1585510"/>
              <a:ext cx="1131957" cy="806231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B455224-AF2C-8ECD-7606-E45B40ABA9DC}"/>
                </a:ext>
              </a:extLst>
            </p:cNvPr>
            <p:cNvSpPr txBox="1"/>
            <p:nvPr/>
          </p:nvSpPr>
          <p:spPr>
            <a:xfrm>
              <a:off x="7562307" y="2344543"/>
              <a:ext cx="10337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Client	</a:t>
              </a:r>
              <a:endParaRPr lang="en-US" sz="120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105A68C-6F15-AF26-DC94-198EB36F6C7D}"/>
              </a:ext>
            </a:extLst>
          </p:cNvPr>
          <p:cNvGrpSpPr/>
          <p:nvPr/>
        </p:nvGrpSpPr>
        <p:grpSpPr>
          <a:xfrm>
            <a:off x="9259573" y="2675039"/>
            <a:ext cx="1033708" cy="902432"/>
            <a:chOff x="8694264" y="1581479"/>
            <a:chExt cx="1033708" cy="1032984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B0B16FE-8B42-4B4A-AE4A-52435AA16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2432" y="1581479"/>
              <a:ext cx="590989" cy="690473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EE90D65-803F-ECC0-9BA8-274DD4B47718}"/>
                </a:ext>
              </a:extLst>
            </p:cNvPr>
            <p:cNvSpPr txBox="1"/>
            <p:nvPr/>
          </p:nvSpPr>
          <p:spPr>
            <a:xfrm>
              <a:off x="8694264" y="2337464"/>
              <a:ext cx="103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Cognito</a:t>
              </a:r>
              <a:endParaRPr lang="en-US" sz="120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E4A1CE9-44E7-C38B-DA8E-ACECAA42EC82}"/>
              </a:ext>
            </a:extLst>
          </p:cNvPr>
          <p:cNvGrpSpPr/>
          <p:nvPr/>
        </p:nvGrpSpPr>
        <p:grpSpPr>
          <a:xfrm>
            <a:off x="8176567" y="4476391"/>
            <a:ext cx="1033708" cy="925781"/>
            <a:chOff x="9714151" y="1523435"/>
            <a:chExt cx="1033708" cy="1097804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8680A67D-173E-05F0-1D44-FD3F9153A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19" r="25184" b="23372"/>
            <a:stretch>
              <a:fillRect/>
            </a:stretch>
          </p:blipFill>
          <p:spPr>
            <a:xfrm>
              <a:off x="9847731" y="1523435"/>
              <a:ext cx="680689" cy="733049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6F52DDA-4D77-4067-39C7-27EB2EEC218A}"/>
                </a:ext>
              </a:extLst>
            </p:cNvPr>
            <p:cNvSpPr txBox="1"/>
            <p:nvPr/>
          </p:nvSpPr>
          <p:spPr>
            <a:xfrm>
              <a:off x="9714151" y="2344240"/>
              <a:ext cx="103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S3 Bucket</a:t>
              </a:r>
              <a:endParaRPr lang="en-US" sz="12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93EBF155-CB0A-28FF-F2FD-43A92A6CFD7B}"/>
              </a:ext>
            </a:extLst>
          </p:cNvPr>
          <p:cNvGrpSpPr/>
          <p:nvPr/>
        </p:nvGrpSpPr>
        <p:grpSpPr>
          <a:xfrm>
            <a:off x="5472095" y="4390408"/>
            <a:ext cx="1033708" cy="1014199"/>
            <a:chOff x="2316703" y="3098555"/>
            <a:chExt cx="1033708" cy="1014199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53C784DA-273F-BCDA-502E-796679BB0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38" r="15626" b="22880"/>
            <a:stretch>
              <a:fillRect/>
            </a:stretch>
          </p:blipFill>
          <p:spPr>
            <a:xfrm>
              <a:off x="2511717" y="3098555"/>
              <a:ext cx="643680" cy="737200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C39889C-619D-AE22-287E-51548BF5EAE4}"/>
                </a:ext>
              </a:extLst>
            </p:cNvPr>
            <p:cNvSpPr txBox="1"/>
            <p:nvPr/>
          </p:nvSpPr>
          <p:spPr>
            <a:xfrm>
              <a:off x="2316703" y="3835755"/>
              <a:ext cx="103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MongoDB</a:t>
              </a:r>
              <a:endParaRPr lang="en-US" sz="1200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0DCD7A6-DDD7-7A66-D96C-B786E446E24B}"/>
              </a:ext>
            </a:extLst>
          </p:cNvPr>
          <p:cNvGrpSpPr/>
          <p:nvPr/>
        </p:nvGrpSpPr>
        <p:grpSpPr>
          <a:xfrm>
            <a:off x="9582342" y="4311732"/>
            <a:ext cx="974085" cy="1090440"/>
            <a:chOff x="4944720" y="3171016"/>
            <a:chExt cx="1033708" cy="1160881"/>
          </a:xfrm>
        </p:grpSpPr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22CEED3F-502A-06F2-2C73-BC29D0160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3953" y="3171016"/>
              <a:ext cx="695241" cy="814497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695C131-6AA3-4AA7-EC6D-E6BAB6010B86}"/>
                </a:ext>
              </a:extLst>
            </p:cNvPr>
            <p:cNvSpPr txBox="1"/>
            <p:nvPr/>
          </p:nvSpPr>
          <p:spPr>
            <a:xfrm>
              <a:off x="4944720" y="4054898"/>
              <a:ext cx="103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CSV Files</a:t>
              </a:r>
              <a:endParaRPr lang="en-US" sz="1200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69ABB4-A7F9-4139-AC96-F2D7F65F364E}"/>
              </a:ext>
            </a:extLst>
          </p:cNvPr>
          <p:cNvSpPr/>
          <p:nvPr/>
        </p:nvSpPr>
        <p:spPr>
          <a:xfrm>
            <a:off x="3046031" y="1418382"/>
            <a:ext cx="3269183" cy="185415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E3896-D493-410E-8848-8177CF2FA538}"/>
              </a:ext>
            </a:extLst>
          </p:cNvPr>
          <p:cNvSpPr txBox="1"/>
          <p:nvPr/>
        </p:nvSpPr>
        <p:spPr>
          <a:xfrm>
            <a:off x="2894096" y="4481876"/>
            <a:ext cx="6971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Push</a:t>
            </a:r>
            <a:endParaRPr lang="en-US" sz="1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6FAD7D-28D3-5946-1D5F-39DED858D17E}"/>
              </a:ext>
            </a:extLst>
          </p:cNvPr>
          <p:cNvCxnSpPr>
            <a:cxnSpLocks/>
          </p:cNvCxnSpPr>
          <p:nvPr/>
        </p:nvCxnSpPr>
        <p:spPr>
          <a:xfrm flipV="1">
            <a:off x="1529621" y="3810503"/>
            <a:ext cx="0" cy="82480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890B9B-597E-9972-F93F-9C69A40FA6BB}"/>
              </a:ext>
            </a:extLst>
          </p:cNvPr>
          <p:cNvCxnSpPr>
            <a:cxnSpLocks/>
          </p:cNvCxnSpPr>
          <p:nvPr/>
        </p:nvCxnSpPr>
        <p:spPr>
          <a:xfrm flipH="1">
            <a:off x="2729816" y="4613818"/>
            <a:ext cx="27532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CE3336-F42B-E6BA-45CF-3F325CA49E42}"/>
              </a:ext>
            </a:extLst>
          </p:cNvPr>
          <p:cNvSpPr/>
          <p:nvPr/>
        </p:nvSpPr>
        <p:spPr>
          <a:xfrm>
            <a:off x="1105937" y="3349925"/>
            <a:ext cx="926599" cy="37762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F0B134-4B0F-18EA-3595-CEED1FCAE639}"/>
              </a:ext>
            </a:extLst>
          </p:cNvPr>
          <p:cNvSpPr txBox="1"/>
          <p:nvPr/>
        </p:nvSpPr>
        <p:spPr>
          <a:xfrm>
            <a:off x="1210363" y="3397701"/>
            <a:ext cx="6971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CI/CD</a:t>
            </a:r>
            <a:endParaRPr lang="en-US" sz="12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ADD8809-B91F-F169-B85E-F7C855819CB4}"/>
              </a:ext>
            </a:extLst>
          </p:cNvPr>
          <p:cNvCxnSpPr/>
          <p:nvPr/>
        </p:nvCxnSpPr>
        <p:spPr>
          <a:xfrm>
            <a:off x="1529621" y="4628252"/>
            <a:ext cx="37855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D3048D-97FE-96E9-B4CB-299F3F4C5030}"/>
              </a:ext>
            </a:extLst>
          </p:cNvPr>
          <p:cNvCxnSpPr>
            <a:cxnSpLocks/>
          </p:cNvCxnSpPr>
          <p:nvPr/>
        </p:nvCxnSpPr>
        <p:spPr>
          <a:xfrm>
            <a:off x="1499348" y="3103056"/>
            <a:ext cx="150579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DF9238-08D5-77F9-F5FD-20E2FEA70A61}"/>
              </a:ext>
            </a:extLst>
          </p:cNvPr>
          <p:cNvCxnSpPr>
            <a:cxnSpLocks/>
          </p:cNvCxnSpPr>
          <p:nvPr/>
        </p:nvCxnSpPr>
        <p:spPr>
          <a:xfrm>
            <a:off x="1509453" y="3103056"/>
            <a:ext cx="0" cy="1883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C70E5D7-5E85-C6CD-A423-7F23F6AE2B99}"/>
              </a:ext>
            </a:extLst>
          </p:cNvPr>
          <p:cNvCxnSpPr>
            <a:cxnSpLocks/>
          </p:cNvCxnSpPr>
          <p:nvPr/>
        </p:nvCxnSpPr>
        <p:spPr>
          <a:xfrm flipH="1" flipV="1">
            <a:off x="7746705" y="4725807"/>
            <a:ext cx="478628" cy="72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10058E1-8B85-B7A3-AE22-B90C1B1159F5}"/>
              </a:ext>
            </a:extLst>
          </p:cNvPr>
          <p:cNvCxnSpPr>
            <a:cxnSpLocks/>
          </p:cNvCxnSpPr>
          <p:nvPr/>
        </p:nvCxnSpPr>
        <p:spPr>
          <a:xfrm flipH="1" flipV="1">
            <a:off x="6269506" y="4738884"/>
            <a:ext cx="478628" cy="72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FE1ABC-EC92-C174-3AF1-F35C806C430C}"/>
              </a:ext>
            </a:extLst>
          </p:cNvPr>
          <p:cNvCxnSpPr>
            <a:cxnSpLocks/>
          </p:cNvCxnSpPr>
          <p:nvPr/>
        </p:nvCxnSpPr>
        <p:spPr>
          <a:xfrm flipH="1" flipV="1">
            <a:off x="9135007" y="4742492"/>
            <a:ext cx="478628" cy="721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15E5711-9066-2874-4782-125B7A60ED67}"/>
              </a:ext>
            </a:extLst>
          </p:cNvPr>
          <p:cNvCxnSpPr>
            <a:cxnSpLocks/>
          </p:cNvCxnSpPr>
          <p:nvPr/>
        </p:nvCxnSpPr>
        <p:spPr>
          <a:xfrm>
            <a:off x="6356107" y="1453393"/>
            <a:ext cx="9093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F65CE51-657A-5836-1678-35ABE0133F50}"/>
              </a:ext>
            </a:extLst>
          </p:cNvPr>
          <p:cNvSpPr txBox="1"/>
          <p:nvPr/>
        </p:nvSpPr>
        <p:spPr>
          <a:xfrm>
            <a:off x="11198300" y="4977370"/>
            <a:ext cx="33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5</a:t>
            </a:r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016DC24-1379-0F10-FCDE-D1CD0A92DBD8}"/>
              </a:ext>
            </a:extLst>
          </p:cNvPr>
          <p:cNvGrpSpPr/>
          <p:nvPr/>
        </p:nvGrpSpPr>
        <p:grpSpPr>
          <a:xfrm>
            <a:off x="4068829" y="1942887"/>
            <a:ext cx="1208351" cy="1032941"/>
            <a:chOff x="6528598" y="1773267"/>
            <a:chExt cx="1208351" cy="1032941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70CB52E-2E2F-02D0-1FDC-A753C0A98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701" y="1773267"/>
              <a:ext cx="541100" cy="541100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9124263-1A2B-BD24-76F4-98B1E975FAE5}"/>
                </a:ext>
              </a:extLst>
            </p:cNvPr>
            <p:cNvSpPr txBox="1"/>
            <p:nvPr/>
          </p:nvSpPr>
          <p:spPr>
            <a:xfrm>
              <a:off x="6528598" y="2344543"/>
              <a:ext cx="120835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Lambda Functions</a:t>
              </a:r>
              <a:endParaRPr lang="en-US" sz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A1094E7-2E81-EB70-A2CA-4930B0139417}"/>
              </a:ext>
            </a:extLst>
          </p:cNvPr>
          <p:cNvGrpSpPr/>
          <p:nvPr/>
        </p:nvGrpSpPr>
        <p:grpSpPr>
          <a:xfrm>
            <a:off x="1034363" y="1369812"/>
            <a:ext cx="1225576" cy="929354"/>
            <a:chOff x="761216" y="705423"/>
            <a:chExt cx="1225576" cy="9293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5D6AFBA-0F86-1287-EA94-B33BD5F19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53" t="-1" r="23856" b="26548"/>
            <a:stretch>
              <a:fillRect/>
            </a:stretch>
          </p:blipFill>
          <p:spPr>
            <a:xfrm>
              <a:off x="1043355" y="705423"/>
              <a:ext cx="675543" cy="55666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90AC27-22C7-5AD0-FEFA-AD0819B716F5}"/>
                </a:ext>
              </a:extLst>
            </p:cNvPr>
            <p:cNvSpPr txBox="1"/>
            <p:nvPr/>
          </p:nvSpPr>
          <p:spPr>
            <a:xfrm>
              <a:off x="761216" y="1173112"/>
              <a:ext cx="12255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Amazon Comprehend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0D26B3-A64C-E046-594E-5A1C3E77E846}"/>
              </a:ext>
            </a:extLst>
          </p:cNvPr>
          <p:cNvGrpSpPr/>
          <p:nvPr/>
        </p:nvGrpSpPr>
        <p:grpSpPr>
          <a:xfrm>
            <a:off x="4110206" y="4441714"/>
            <a:ext cx="1225576" cy="1046297"/>
            <a:chOff x="4750628" y="2426091"/>
            <a:chExt cx="1225576" cy="104629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698BC21-2943-495D-B20F-D4C8E8D54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4648" y="2426091"/>
              <a:ext cx="677535" cy="6722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D469E0-D566-C852-86CB-E2C97B55EEAE}"/>
                </a:ext>
              </a:extLst>
            </p:cNvPr>
            <p:cNvSpPr txBox="1"/>
            <p:nvPr/>
          </p:nvSpPr>
          <p:spPr>
            <a:xfrm>
              <a:off x="4750628" y="3010723"/>
              <a:ext cx="12255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1200" b="1" spc="100" dirty="0">
                  <a:solidFill>
                    <a:srgbClr val="FFF2DE"/>
                  </a:solidFill>
                  <a:effectLst>
                    <a:glow>
                      <a:schemeClr val="bg1"/>
                    </a:glow>
                    <a:outerShdw blurRad="990600" dist="63500" sx="122000" sy="122000" algn="ctr" rotWithShape="0">
                      <a:schemeClr val="bg1">
                        <a:alpha val="50000"/>
                      </a:schemeClr>
                    </a:outerShdw>
                  </a:effectLst>
                  <a:latin typeface="Handwritten"/>
                </a:rPr>
                <a:t>Amazon Bedrock</a:t>
              </a:r>
              <a:endParaRPr lang="en-US" sz="1200" dirty="0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56E99A9A-799C-51E4-C320-64344E33AEF1}"/>
              </a:ext>
            </a:extLst>
          </p:cNvPr>
          <p:cNvSpPr txBox="1"/>
          <p:nvPr/>
        </p:nvSpPr>
        <p:spPr>
          <a:xfrm>
            <a:off x="6479302" y="3079229"/>
            <a:ext cx="762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Invocazione funzione</a:t>
            </a:r>
            <a:endParaRPr lang="en-US" sz="700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730F975-1376-2047-9D50-B56DC202F6E2}"/>
              </a:ext>
            </a:extLst>
          </p:cNvPr>
          <p:cNvCxnSpPr>
            <a:cxnSpLocks/>
          </p:cNvCxnSpPr>
          <p:nvPr/>
        </p:nvCxnSpPr>
        <p:spPr>
          <a:xfrm>
            <a:off x="6420307" y="2939476"/>
            <a:ext cx="85095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6C6EB6E-1DA0-0DE6-CC98-0D0CA5D0D528}"/>
              </a:ext>
            </a:extLst>
          </p:cNvPr>
          <p:cNvCxnSpPr>
            <a:cxnSpLocks/>
          </p:cNvCxnSpPr>
          <p:nvPr/>
        </p:nvCxnSpPr>
        <p:spPr>
          <a:xfrm rot="10800000">
            <a:off x="6414237" y="3094492"/>
            <a:ext cx="85095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1882A638-389D-9D39-E87F-1C6A057A5666}"/>
              </a:ext>
            </a:extLst>
          </p:cNvPr>
          <p:cNvSpPr txBox="1"/>
          <p:nvPr/>
        </p:nvSpPr>
        <p:spPr>
          <a:xfrm>
            <a:off x="6458485" y="2668968"/>
            <a:ext cx="762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Output funzione</a:t>
            </a:r>
            <a:endParaRPr lang="en-US" sz="7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BB43C29-A5C3-9761-AAD9-E3AD4FED5023}"/>
              </a:ext>
            </a:extLst>
          </p:cNvPr>
          <p:cNvSpPr txBox="1"/>
          <p:nvPr/>
        </p:nvSpPr>
        <p:spPr>
          <a:xfrm rot="5400000">
            <a:off x="9670331" y="2119359"/>
            <a:ext cx="86111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Login registrazione utente</a:t>
            </a:r>
            <a:endParaRPr lang="en-US" sz="700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F3E151-0ED6-2459-06FA-9B3EB68BED05}"/>
              </a:ext>
            </a:extLst>
          </p:cNvPr>
          <p:cNvCxnSpPr>
            <a:cxnSpLocks/>
          </p:cNvCxnSpPr>
          <p:nvPr/>
        </p:nvCxnSpPr>
        <p:spPr>
          <a:xfrm rot="10800000" flipH="1">
            <a:off x="9658101" y="2053876"/>
            <a:ext cx="7935" cy="5230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9CAA926-72D7-F6C7-1758-15E1294ADBC1}"/>
              </a:ext>
            </a:extLst>
          </p:cNvPr>
          <p:cNvCxnSpPr>
            <a:cxnSpLocks/>
          </p:cNvCxnSpPr>
          <p:nvPr/>
        </p:nvCxnSpPr>
        <p:spPr>
          <a:xfrm flipH="1">
            <a:off x="9872490" y="2053876"/>
            <a:ext cx="7935" cy="5230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8444821-5D93-B6DC-D788-12265305E7CE}"/>
              </a:ext>
            </a:extLst>
          </p:cNvPr>
          <p:cNvSpPr txBox="1"/>
          <p:nvPr/>
        </p:nvSpPr>
        <p:spPr>
          <a:xfrm rot="16200000">
            <a:off x="9111609" y="2195143"/>
            <a:ext cx="86111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Token</a:t>
            </a:r>
            <a:endParaRPr lang="en-US" sz="700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943FC98-E701-9AD0-A6D0-593906AA5124}"/>
              </a:ext>
            </a:extLst>
          </p:cNvPr>
          <p:cNvCxnSpPr>
            <a:cxnSpLocks/>
          </p:cNvCxnSpPr>
          <p:nvPr/>
        </p:nvCxnSpPr>
        <p:spPr>
          <a:xfrm flipV="1">
            <a:off x="8053436" y="1655718"/>
            <a:ext cx="1206137" cy="8322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E7230C4-1627-DF42-C4A3-2C5DA127F33F}"/>
              </a:ext>
            </a:extLst>
          </p:cNvPr>
          <p:cNvCxnSpPr>
            <a:cxnSpLocks/>
          </p:cNvCxnSpPr>
          <p:nvPr/>
        </p:nvCxnSpPr>
        <p:spPr>
          <a:xfrm rot="10800000" flipV="1">
            <a:off x="8122282" y="1720676"/>
            <a:ext cx="1206137" cy="83227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C235E1AA-221F-25A5-EF04-0E9B70C429D3}"/>
              </a:ext>
            </a:extLst>
          </p:cNvPr>
          <p:cNvSpPr txBox="1"/>
          <p:nvPr/>
        </p:nvSpPr>
        <p:spPr>
          <a:xfrm rot="19492982">
            <a:off x="8343696" y="2127030"/>
            <a:ext cx="8739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Risposta API + Token </a:t>
            </a:r>
            <a:endParaRPr lang="en-US" sz="700" dirty="0"/>
          </a:p>
          <a:p>
            <a:pPr algn="ctr"/>
            <a:endParaRPr lang="en-US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ACABD54-2A69-431A-027A-2AD5F887B1FB}"/>
              </a:ext>
            </a:extLst>
          </p:cNvPr>
          <p:cNvSpPr txBox="1"/>
          <p:nvPr/>
        </p:nvSpPr>
        <p:spPr>
          <a:xfrm rot="19492982">
            <a:off x="8144196" y="1882253"/>
            <a:ext cx="861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Risposta API</a:t>
            </a:r>
            <a:endParaRPr lang="en-US" sz="700" dirty="0"/>
          </a:p>
          <a:p>
            <a:pPr algn="ctr"/>
            <a:endParaRPr lang="en-US" sz="700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6F11BD5-CF35-2320-EE5E-1ED758D21521}"/>
              </a:ext>
            </a:extLst>
          </p:cNvPr>
          <p:cNvCxnSpPr>
            <a:cxnSpLocks/>
          </p:cNvCxnSpPr>
          <p:nvPr/>
        </p:nvCxnSpPr>
        <p:spPr>
          <a:xfrm>
            <a:off x="8273732" y="2929825"/>
            <a:ext cx="85095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0F6E9CA-79D9-351C-6CDD-984B7B93266B}"/>
              </a:ext>
            </a:extLst>
          </p:cNvPr>
          <p:cNvCxnSpPr>
            <a:cxnSpLocks/>
          </p:cNvCxnSpPr>
          <p:nvPr/>
        </p:nvCxnSpPr>
        <p:spPr>
          <a:xfrm rot="10800000">
            <a:off x="8267662" y="3084841"/>
            <a:ext cx="85095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AF38642-6168-7F39-DB90-1F0EFC153114}"/>
              </a:ext>
            </a:extLst>
          </p:cNvPr>
          <p:cNvSpPr txBox="1"/>
          <p:nvPr/>
        </p:nvSpPr>
        <p:spPr>
          <a:xfrm>
            <a:off x="8310147" y="2638630"/>
            <a:ext cx="762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Verifica Token</a:t>
            </a:r>
            <a:endParaRPr lang="en-US" sz="7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B943CDA-A33B-B966-404C-043AC7E6DBBA}"/>
              </a:ext>
            </a:extLst>
          </p:cNvPr>
          <p:cNvSpPr txBox="1"/>
          <p:nvPr/>
        </p:nvSpPr>
        <p:spPr>
          <a:xfrm>
            <a:off x="8346782" y="3078054"/>
            <a:ext cx="762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Valido/Non valido</a:t>
            </a:r>
            <a:endParaRPr lang="en-US" sz="7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EF5F237-D223-83A9-3046-56CB0FF4B306}"/>
              </a:ext>
            </a:extLst>
          </p:cNvPr>
          <p:cNvSpPr txBox="1"/>
          <p:nvPr/>
        </p:nvSpPr>
        <p:spPr>
          <a:xfrm>
            <a:off x="6341173" y="1164451"/>
            <a:ext cx="900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Pubblicazione Evento</a:t>
            </a:r>
            <a:endParaRPr lang="en-US" sz="7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05CBAC4-2FED-6C57-6B2C-38E311E431FA}"/>
              </a:ext>
            </a:extLst>
          </p:cNvPr>
          <p:cNvSpPr txBox="1"/>
          <p:nvPr/>
        </p:nvSpPr>
        <p:spPr>
          <a:xfrm>
            <a:off x="9010277" y="4418729"/>
            <a:ext cx="8474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Caricamento dataset </a:t>
            </a:r>
            <a:endParaRPr lang="en-US" sz="7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964D956-B8B8-6EBB-3340-AD50D229FBC4}"/>
              </a:ext>
            </a:extLst>
          </p:cNvPr>
          <p:cNvSpPr txBox="1"/>
          <p:nvPr/>
        </p:nvSpPr>
        <p:spPr>
          <a:xfrm>
            <a:off x="7617406" y="4493028"/>
            <a:ext cx="7624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ETL</a:t>
            </a:r>
            <a:endParaRPr lang="en-US" sz="7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73BE57E-7678-399C-DA05-2380A66AE27E}"/>
              </a:ext>
            </a:extLst>
          </p:cNvPr>
          <p:cNvSpPr txBox="1"/>
          <p:nvPr/>
        </p:nvSpPr>
        <p:spPr>
          <a:xfrm>
            <a:off x="6152177" y="4493028"/>
            <a:ext cx="76246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Clean Data</a:t>
            </a:r>
            <a:endParaRPr lang="en-US" sz="700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4CC62A0-0480-6749-ECD6-A1D3F5538988}"/>
              </a:ext>
            </a:extLst>
          </p:cNvPr>
          <p:cNvCxnSpPr>
            <a:cxnSpLocks/>
          </p:cNvCxnSpPr>
          <p:nvPr/>
        </p:nvCxnSpPr>
        <p:spPr>
          <a:xfrm>
            <a:off x="5937021" y="3391327"/>
            <a:ext cx="0" cy="92040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761E5C1-484C-EF9A-414E-23EB2BAB6EE2}"/>
              </a:ext>
            </a:extLst>
          </p:cNvPr>
          <p:cNvCxnSpPr>
            <a:cxnSpLocks/>
          </p:cNvCxnSpPr>
          <p:nvPr/>
        </p:nvCxnSpPr>
        <p:spPr>
          <a:xfrm flipV="1">
            <a:off x="6018119" y="3397701"/>
            <a:ext cx="1" cy="9140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A56AF864-1B46-CAC4-0747-DF05CDBAC5A4}"/>
              </a:ext>
            </a:extLst>
          </p:cNvPr>
          <p:cNvSpPr txBox="1"/>
          <p:nvPr/>
        </p:nvSpPr>
        <p:spPr>
          <a:xfrm rot="5400000">
            <a:off x="5772227" y="3770799"/>
            <a:ext cx="86111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Scrittura Dati</a:t>
            </a:r>
            <a:endParaRPr lang="en-US" sz="7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60469ED-D854-6790-213F-1B3AE7756F1E}"/>
              </a:ext>
            </a:extLst>
          </p:cNvPr>
          <p:cNvSpPr txBox="1"/>
          <p:nvPr/>
        </p:nvSpPr>
        <p:spPr>
          <a:xfrm rot="16200000">
            <a:off x="5358941" y="3729810"/>
            <a:ext cx="86111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Lettura dati</a:t>
            </a:r>
            <a:endParaRPr lang="en-US" sz="700" dirty="0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39142AC-B98A-1086-8AAD-99679B37CF03}"/>
              </a:ext>
            </a:extLst>
          </p:cNvPr>
          <p:cNvCxnSpPr>
            <a:cxnSpLocks/>
          </p:cNvCxnSpPr>
          <p:nvPr/>
        </p:nvCxnSpPr>
        <p:spPr>
          <a:xfrm>
            <a:off x="4696087" y="3422626"/>
            <a:ext cx="0" cy="92040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E54291CE-8EC4-1057-9DA4-E38D9B686696}"/>
              </a:ext>
            </a:extLst>
          </p:cNvPr>
          <p:cNvCxnSpPr>
            <a:cxnSpLocks/>
          </p:cNvCxnSpPr>
          <p:nvPr/>
        </p:nvCxnSpPr>
        <p:spPr>
          <a:xfrm flipV="1">
            <a:off x="4777185" y="3429000"/>
            <a:ext cx="1" cy="91403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B87B5B9F-E115-A5F3-60F6-A3B90B60D122}"/>
              </a:ext>
            </a:extLst>
          </p:cNvPr>
          <p:cNvSpPr txBox="1"/>
          <p:nvPr/>
        </p:nvSpPr>
        <p:spPr>
          <a:xfrm rot="5400000">
            <a:off x="4531293" y="3802098"/>
            <a:ext cx="86111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Definizione</a:t>
            </a:r>
            <a:endParaRPr lang="en-US" sz="7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7010B0F-71B1-8A33-764E-CB74014621D5}"/>
              </a:ext>
            </a:extLst>
          </p:cNvPr>
          <p:cNvSpPr txBox="1"/>
          <p:nvPr/>
        </p:nvSpPr>
        <p:spPr>
          <a:xfrm rot="16200000">
            <a:off x="3959689" y="3647743"/>
            <a:ext cx="101113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Richiesta generazione definizione</a:t>
            </a:r>
            <a:endParaRPr lang="en-US" sz="7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F596AB6-6D46-739D-D111-A18AD30D8F5D}"/>
              </a:ext>
            </a:extLst>
          </p:cNvPr>
          <p:cNvSpPr txBox="1"/>
          <p:nvPr/>
        </p:nvSpPr>
        <p:spPr>
          <a:xfrm>
            <a:off x="2100422" y="1469996"/>
            <a:ext cx="841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Tecnicismo rilevato</a:t>
            </a:r>
            <a:endParaRPr lang="en-US" sz="700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DE6B5E4-BC7D-EAC5-52CF-4D31E7762645}"/>
              </a:ext>
            </a:extLst>
          </p:cNvPr>
          <p:cNvCxnSpPr>
            <a:cxnSpLocks/>
          </p:cNvCxnSpPr>
          <p:nvPr/>
        </p:nvCxnSpPr>
        <p:spPr>
          <a:xfrm>
            <a:off x="2106555" y="1765159"/>
            <a:ext cx="85095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6FCD470-9C3D-6674-FCBC-E9DAA1355B5B}"/>
              </a:ext>
            </a:extLst>
          </p:cNvPr>
          <p:cNvCxnSpPr>
            <a:cxnSpLocks/>
          </p:cNvCxnSpPr>
          <p:nvPr/>
        </p:nvCxnSpPr>
        <p:spPr>
          <a:xfrm rot="10800000">
            <a:off x="2106555" y="1876158"/>
            <a:ext cx="85095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C8DABE40-41C0-A3AE-4F7C-C7F708B64D02}"/>
              </a:ext>
            </a:extLst>
          </p:cNvPr>
          <p:cNvSpPr txBox="1"/>
          <p:nvPr/>
        </p:nvSpPr>
        <p:spPr>
          <a:xfrm>
            <a:off x="2189922" y="1882475"/>
            <a:ext cx="76246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Richiesta analisi testo</a:t>
            </a:r>
            <a:endParaRPr lang="en-US" sz="700" dirty="0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121F757-2D23-1582-5387-F8218D8148D5}"/>
              </a:ext>
            </a:extLst>
          </p:cNvPr>
          <p:cNvCxnSpPr>
            <a:cxnSpLocks/>
          </p:cNvCxnSpPr>
          <p:nvPr/>
        </p:nvCxnSpPr>
        <p:spPr>
          <a:xfrm>
            <a:off x="8324583" y="1523204"/>
            <a:ext cx="9093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BBAB192D-74A2-D07C-0EDB-F70C41044B87}"/>
              </a:ext>
            </a:extLst>
          </p:cNvPr>
          <p:cNvSpPr txBox="1"/>
          <p:nvPr/>
        </p:nvSpPr>
        <p:spPr>
          <a:xfrm>
            <a:off x="8391212" y="1225799"/>
            <a:ext cx="827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7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Invia Notifica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53187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1180A-2E75-7EC4-C69D-FFE915D0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F382F8-B80B-2AA1-2DEE-0C5E27DB10B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 l="14744" r="15363" b="449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Google Shape;12588;p76">
            <a:extLst>
              <a:ext uri="{FF2B5EF4-FFF2-40B4-BE49-F238E27FC236}">
                <a16:creationId xmlns:a16="http://schemas.microsoft.com/office/drawing/2014/main" id="{45FEDB6E-907C-E1A5-90E9-376460917A31}"/>
              </a:ext>
            </a:extLst>
          </p:cNvPr>
          <p:cNvSpPr txBox="1">
            <a:spLocks/>
          </p:cNvSpPr>
          <p:nvPr/>
        </p:nvSpPr>
        <p:spPr>
          <a:xfrm>
            <a:off x="1759565" y="116980"/>
            <a:ext cx="4590434" cy="849086"/>
          </a:xfrm>
          <a:prstGeom prst="rect">
            <a:avLst/>
          </a:prstGeom>
          <a:effectLst>
            <a:outerShdw blurRad="1270000" sx="101000" sy="101000" algn="ctr" rotWithShape="0">
              <a:srgbClr val="FFB67F">
                <a:alpha val="54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endParaRPr lang="en-US" sz="5400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rgbClr val="FFB237"/>
                </a:solidFill>
                <a:effectLst>
                  <a:outerShdw blurRad="889000" algn="ctr" rotWithShape="0">
                    <a:schemeClr val="accent3">
                      <a:lumMod val="75000"/>
                      <a:alpha val="60000"/>
                    </a:schemeClr>
                  </a:outerShdw>
                </a:effectLst>
                <a:latin typeface="Fredoka One" panose="02000000000000000000" pitchFamily="2" charset="0"/>
              </a:rPr>
              <a:t>Criticità</a:t>
            </a:r>
          </a:p>
          <a:p>
            <a:pPr>
              <a:spcBef>
                <a:spcPts val="0"/>
              </a:spcBef>
            </a:pPr>
            <a:endParaRPr lang="en-US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900E7-51E4-0B80-DF87-3B2ED944D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93198">
            <a:off x="8988569" y="257023"/>
            <a:ext cx="1951163" cy="19511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F3D303-AA5C-8D22-5241-6AC36DDAB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69620" y="2466755"/>
            <a:ext cx="558429" cy="558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6D0438-A059-A9DD-72FC-4F0FD7DF9464}"/>
              </a:ext>
            </a:extLst>
          </p:cNvPr>
          <p:cNvSpPr txBox="1"/>
          <p:nvPr/>
        </p:nvSpPr>
        <p:spPr>
          <a:xfrm>
            <a:off x="2180929" y="1130338"/>
            <a:ext cx="8383510" cy="2554545"/>
          </a:xfrm>
          <a:prstGeom prst="rect">
            <a:avLst/>
          </a:prstGeom>
          <a:noFill/>
          <a:effectLst>
            <a:innerShdw>
              <a:schemeClr val="tx1"/>
            </a:innerShdw>
          </a:effectLst>
        </p:spPr>
        <p:txBody>
          <a:bodyPr wrap="square">
            <a:spAutoFit/>
          </a:bodyPr>
          <a:lstStyle/>
          <a:p>
            <a:r>
              <a: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Non tutti i talk hanno una trascrizione</a:t>
            </a:r>
          </a:p>
          <a:p>
            <a:endParaRPr lang="it-IT" sz="2000" b="1" spc="100" dirty="0">
              <a:solidFill>
                <a:srgbClr val="FFF2DE"/>
              </a:solidFill>
              <a:effectLst>
                <a:glow>
                  <a:schemeClr val="bg1"/>
                </a:glow>
                <a:outerShdw blurRad="990600" dist="63500" sx="122000" sy="122000" algn="ctr" rotWithShape="0">
                  <a:schemeClr val="bg1">
                    <a:alpha val="50000"/>
                  </a:schemeClr>
                </a:outerShdw>
              </a:effectLst>
              <a:latin typeface="Handwritten"/>
            </a:endParaRPr>
          </a:p>
          <a:p>
            <a:r>
              <a: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Individuare correttamente i tecnicismi e generare definizioni attendibili con l’IA</a:t>
            </a:r>
          </a:p>
          <a:p>
            <a:endParaRPr lang="it-IT" sz="2000" b="1" spc="100" dirty="0">
              <a:solidFill>
                <a:srgbClr val="FFF2DE"/>
              </a:solidFill>
              <a:effectLst>
                <a:glow>
                  <a:schemeClr val="bg1"/>
                </a:glow>
                <a:outerShdw blurRad="990600" dist="63500" sx="122000" sy="122000" algn="ctr" rotWithShape="0">
                  <a:schemeClr val="bg1">
                    <a:alpha val="50000"/>
                  </a:schemeClr>
                </a:outerShdw>
              </a:effectLst>
              <a:latin typeface="Handwritten"/>
            </a:endParaRPr>
          </a:p>
          <a:p>
            <a:r>
              <a: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Gestione corretta del Ruolo e delle Notifiche Multiple</a:t>
            </a:r>
          </a:p>
          <a:p>
            <a:endParaRPr lang="it-IT" sz="2000" b="1" spc="100" dirty="0">
              <a:solidFill>
                <a:srgbClr val="FFF2DE"/>
              </a:solidFill>
              <a:effectLst>
                <a:glow>
                  <a:schemeClr val="bg1"/>
                </a:glow>
                <a:outerShdw blurRad="990600" dist="63500" sx="122000" sy="122000" algn="ctr" rotWithShape="0">
                  <a:schemeClr val="bg1">
                    <a:alpha val="50000"/>
                  </a:schemeClr>
                </a:outerShdw>
              </a:effectLst>
              <a:latin typeface="Handwritten"/>
            </a:endParaRPr>
          </a:p>
          <a:p>
            <a:r>
              <a:rPr lang="it-IT" sz="20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Dipendenza e Latency della Risorsa Video Esterna (TED Talks)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51DED-781B-B914-C394-FD0A31D08AAB}"/>
              </a:ext>
            </a:extLst>
          </p:cNvPr>
          <p:cNvSpPr txBox="1"/>
          <p:nvPr/>
        </p:nvSpPr>
        <p:spPr>
          <a:xfrm>
            <a:off x="11198300" y="4977370"/>
            <a:ext cx="33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6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A6967E-6E12-0313-5689-0A9EA554B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61312" y="918698"/>
            <a:ext cx="558429" cy="5584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E5302F-F1E1-9B12-56D0-B9352DAAC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59564" y="1542353"/>
            <a:ext cx="558429" cy="55843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772482-CB7F-5762-BAE8-D4784ABD29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69621" y="3065627"/>
            <a:ext cx="558429" cy="558430"/>
          </a:xfrm>
          <a:prstGeom prst="rect">
            <a:avLst/>
          </a:prstGeom>
        </p:spPr>
      </p:pic>
      <p:sp>
        <p:nvSpPr>
          <p:cNvPr id="6" name="Google Shape;12588;p76">
            <a:extLst>
              <a:ext uri="{FF2B5EF4-FFF2-40B4-BE49-F238E27FC236}">
                <a16:creationId xmlns:a16="http://schemas.microsoft.com/office/drawing/2014/main" id="{82448008-765D-B953-9DB8-B7AFE01E7BF7}"/>
              </a:ext>
            </a:extLst>
          </p:cNvPr>
          <p:cNvSpPr txBox="1">
            <a:spLocks/>
          </p:cNvSpPr>
          <p:nvPr/>
        </p:nvSpPr>
        <p:spPr>
          <a:xfrm>
            <a:off x="1759564" y="4036072"/>
            <a:ext cx="7271214" cy="527774"/>
          </a:xfrm>
          <a:prstGeom prst="rect">
            <a:avLst/>
          </a:prstGeom>
          <a:effectLst>
            <a:outerShdw blurRad="1270000" sx="101000" sy="101000" algn="ctr" rotWithShape="0">
              <a:srgbClr val="FFB67F">
                <a:alpha val="54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FFB237"/>
                </a:solidFill>
                <a:effectLst>
                  <a:outerShdw blurRad="889000" algn="ctr" rotWithShape="0">
                    <a:schemeClr val="accent3">
                      <a:lumMod val="75000"/>
                      <a:alpha val="60000"/>
                    </a:schemeClr>
                  </a:outerShdw>
                </a:effectLst>
                <a:latin typeface="Fredoka One" panose="02000000000000000000" pitchFamily="2" charset="0"/>
              </a:rPr>
              <a:t>Possibili evoluzioni future</a:t>
            </a:r>
          </a:p>
          <a:p>
            <a:pPr>
              <a:spcBef>
                <a:spcPts val="0"/>
              </a:spcBef>
            </a:pPr>
            <a:endParaRPr lang="en-US" sz="3200" dirty="0">
              <a:solidFill>
                <a:schemeClr val="accent6">
                  <a:lumMod val="50000"/>
                </a:schemeClr>
              </a:solidFill>
              <a:effectLst>
                <a:outerShdw blurRad="889000" algn="ctr" rotWithShape="0">
                  <a:schemeClr val="accent3">
                    <a:lumMod val="75000"/>
                    <a:alpha val="6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EC2714-8A2E-DEAC-2644-D83C30331E5D}"/>
              </a:ext>
            </a:extLst>
          </p:cNvPr>
          <p:cNvSpPr txBox="1"/>
          <p:nvPr/>
        </p:nvSpPr>
        <p:spPr>
          <a:xfrm>
            <a:off x="2180930" y="4449890"/>
            <a:ext cx="82515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Generare quiz in automatico con l’IA</a:t>
            </a:r>
          </a:p>
          <a:p>
            <a:endParaRPr lang="it-IT" b="1" spc="100" dirty="0">
              <a:solidFill>
                <a:srgbClr val="FFF2DE"/>
              </a:solidFill>
              <a:effectLst>
                <a:glow>
                  <a:schemeClr val="bg1"/>
                </a:glow>
                <a:outerShdw blurRad="990600" dist="63500" sx="122000" sy="122000" algn="ctr" rotWithShape="0">
                  <a:schemeClr val="bg1">
                    <a:alpha val="50000"/>
                  </a:schemeClr>
                </a:outerShdw>
              </a:effectLst>
              <a:latin typeface="Handwritten"/>
            </a:endParaRPr>
          </a:p>
          <a:p>
            <a:r>
              <a:rPr lang="it-IT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Generare i transcript tramite IA per i video in cui non è già disponibile.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483E18-A761-8DB6-2A4D-267F4CBD7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59564" y="4260792"/>
            <a:ext cx="558429" cy="558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657838-012D-B7BF-CE92-78F9E20FBB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59564" y="4768182"/>
            <a:ext cx="558429" cy="55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96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CF96-2491-80E1-B01B-21B24CC7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BEABB-E342-F921-D206-E8FACAB40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2C07F-A420-A8FA-AE52-08CA6E892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C6ABD-532C-469E-0952-53026E5C3E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1254"/>
          <a:stretch>
            <a:fillRect/>
          </a:stretch>
        </p:blipFill>
        <p:spPr>
          <a:xfrm>
            <a:off x="-154845" y="0"/>
            <a:ext cx="12346845" cy="6858000"/>
          </a:xfrm>
          <a:prstGeom prst="rect">
            <a:avLst/>
          </a:prstGeom>
        </p:spPr>
      </p:pic>
      <p:sp>
        <p:nvSpPr>
          <p:cNvPr id="129" name="Google Shape;12588;p76">
            <a:extLst>
              <a:ext uri="{FF2B5EF4-FFF2-40B4-BE49-F238E27FC236}">
                <a16:creationId xmlns:a16="http://schemas.microsoft.com/office/drawing/2014/main" id="{8D854489-73EA-E587-FECA-0214DF84E81D}"/>
              </a:ext>
            </a:extLst>
          </p:cNvPr>
          <p:cNvSpPr txBox="1">
            <a:spLocks/>
          </p:cNvSpPr>
          <p:nvPr/>
        </p:nvSpPr>
        <p:spPr>
          <a:xfrm>
            <a:off x="2628884" y="1047045"/>
            <a:ext cx="2795942" cy="642609"/>
          </a:xfrm>
          <a:prstGeom prst="rect">
            <a:avLst/>
          </a:prstGeom>
          <a:effectLst>
            <a:outerShdw blurRad="1270000" sx="101000" sy="101000" algn="ctr" rotWithShape="0">
              <a:srgbClr val="FFB67F">
                <a:alpha val="54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5400" dirty="0">
                <a:solidFill>
                  <a:srgbClr val="FFB67F"/>
                </a:solidFill>
                <a:latin typeface="Fredoka One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5400" dirty="0">
              <a:solidFill>
                <a:srgbClr val="FFB67F"/>
              </a:solidFill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endParaRPr lang="en-US" dirty="0">
              <a:effectLst>
                <a:outerShdw blurRad="889000" algn="ctr" rotWithShape="0">
                  <a:schemeClr val="accent3">
                    <a:alpha val="60000"/>
                  </a:schemeClr>
                </a:outerShdw>
              </a:effectLst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A1B7BB5-88CD-EF64-6C83-F2F68210DE75}"/>
              </a:ext>
            </a:extLst>
          </p:cNvPr>
          <p:cNvGrpSpPr/>
          <p:nvPr/>
        </p:nvGrpSpPr>
        <p:grpSpPr>
          <a:xfrm>
            <a:off x="9032580" y="1690823"/>
            <a:ext cx="481700" cy="449577"/>
            <a:chOff x="8392215" y="807188"/>
            <a:chExt cx="1220040" cy="11386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6C88C9E-C6CC-B29B-5963-40442B25C721}"/>
                    </a:ext>
                  </a:extLst>
                </p14:cNvPr>
                <p14:cNvContentPartPr/>
                <p14:nvPr/>
              </p14:nvContentPartPr>
              <p14:xfrm>
                <a:off x="8698575" y="1147388"/>
                <a:ext cx="913680" cy="798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6C88C9E-C6CC-B29B-5963-40442B25C72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39159" y="190306"/>
                  <a:ext cx="1231601" cy="27117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4DF292F-3C19-AC75-C56C-9A66809D2483}"/>
                    </a:ext>
                  </a:extLst>
                </p14:cNvPr>
                <p14:cNvContentPartPr/>
                <p14:nvPr/>
              </p14:nvContentPartPr>
              <p14:xfrm>
                <a:off x="8392215" y="1244228"/>
                <a:ext cx="539640" cy="263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4DF292F-3C19-AC75-C56C-9A66809D24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32962" y="288110"/>
                  <a:ext cx="857236" cy="21744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49C8825-31E9-F1CD-7ACD-F85BB37A6D23}"/>
                    </a:ext>
                  </a:extLst>
                </p14:cNvPr>
                <p14:cNvContentPartPr/>
                <p14:nvPr/>
              </p14:nvContentPartPr>
              <p14:xfrm>
                <a:off x="8934015" y="807188"/>
                <a:ext cx="263160" cy="416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49C8825-31E9-F1CD-7ACD-F85BB37A6D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75212" y="-148541"/>
                  <a:ext cx="579859" cy="232742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DE59C89-1E99-417B-59C8-B01B9450D635}"/>
              </a:ext>
            </a:extLst>
          </p:cNvPr>
          <p:cNvSpPr txBox="1"/>
          <p:nvPr/>
        </p:nvSpPr>
        <p:spPr>
          <a:xfrm>
            <a:off x="5703683" y="2370691"/>
            <a:ext cx="3260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800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Rota Leonardo 1086029</a:t>
            </a:r>
          </a:p>
          <a:p>
            <a:pPr algn="r"/>
            <a:r>
              <a:rPr lang="it-IT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Bonomelli Pietro 1087035</a:t>
            </a:r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484F68-99BB-2001-1B3E-09DEE739C344}"/>
              </a:ext>
            </a:extLst>
          </p:cNvPr>
          <p:cNvGrpSpPr/>
          <p:nvPr/>
        </p:nvGrpSpPr>
        <p:grpSpPr>
          <a:xfrm rot="4213388">
            <a:off x="3073572" y="2559808"/>
            <a:ext cx="481700" cy="449577"/>
            <a:chOff x="8392215" y="807188"/>
            <a:chExt cx="1220040" cy="11386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AB411C8-9F23-7160-D3E7-8D2EB30304D6}"/>
                    </a:ext>
                  </a:extLst>
                </p14:cNvPr>
                <p14:cNvContentPartPr/>
                <p14:nvPr/>
              </p14:nvContentPartPr>
              <p14:xfrm>
                <a:off x="8698575" y="1147388"/>
                <a:ext cx="913680" cy="798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AB411C8-9F23-7160-D3E7-8D2EB30304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39159" y="190306"/>
                  <a:ext cx="1231601" cy="27117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9F159B0-4AB1-43CD-C928-501620B5A39C}"/>
                    </a:ext>
                  </a:extLst>
                </p14:cNvPr>
                <p14:cNvContentPartPr/>
                <p14:nvPr/>
              </p14:nvContentPartPr>
              <p14:xfrm>
                <a:off x="8392215" y="1244228"/>
                <a:ext cx="539640" cy="263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9F159B0-4AB1-43CD-C928-501620B5A3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32962" y="288110"/>
                  <a:ext cx="857236" cy="21744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3DBDFF6-7368-E50E-68BD-86183A2603A2}"/>
                    </a:ext>
                  </a:extLst>
                </p14:cNvPr>
                <p14:cNvContentPartPr/>
                <p14:nvPr/>
              </p14:nvContentPartPr>
              <p14:xfrm>
                <a:off x="8934015" y="807188"/>
                <a:ext cx="263160" cy="416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3DBDFF6-7368-E50E-68BD-86183A2603A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75212" y="-148541"/>
                  <a:ext cx="579859" cy="232742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DDA7667-186E-9237-7AD6-8515067DFF9F}"/>
              </a:ext>
            </a:extLst>
          </p:cNvPr>
          <p:cNvSpPr txBox="1"/>
          <p:nvPr/>
        </p:nvSpPr>
        <p:spPr>
          <a:xfrm>
            <a:off x="9514280" y="2599930"/>
            <a:ext cx="33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spc="100" dirty="0">
                <a:solidFill>
                  <a:srgbClr val="FFF2DE"/>
                </a:solidFill>
                <a:effectLst>
                  <a:glow>
                    <a:schemeClr val="bg1"/>
                  </a:glow>
                  <a:outerShdw blurRad="990600" dist="63500" sx="122000" sy="122000" algn="ctr" rotWithShape="0">
                    <a:schemeClr val="bg1">
                      <a:alpha val="50000"/>
                    </a:schemeClr>
                  </a:outerShdw>
                </a:effectLst>
                <a:latin typeface="Handwritten"/>
              </a:rPr>
              <a:t>7</a:t>
            </a:r>
            <a:endParaRPr lang="en-US" dirty="0"/>
          </a:p>
        </p:txBody>
      </p:sp>
      <p:sp>
        <p:nvSpPr>
          <p:cNvPr id="4" name="Google Shape;12588;p76">
            <a:extLst>
              <a:ext uri="{FF2B5EF4-FFF2-40B4-BE49-F238E27FC236}">
                <a16:creationId xmlns:a16="http://schemas.microsoft.com/office/drawing/2014/main" id="{0B456200-DB77-9811-7883-F367859C9E0A}"/>
              </a:ext>
            </a:extLst>
          </p:cNvPr>
          <p:cNvSpPr txBox="1">
            <a:spLocks/>
          </p:cNvSpPr>
          <p:nvPr/>
        </p:nvSpPr>
        <p:spPr>
          <a:xfrm>
            <a:off x="5912653" y="1465906"/>
            <a:ext cx="2889794" cy="554278"/>
          </a:xfrm>
          <a:prstGeom prst="rect">
            <a:avLst/>
          </a:prstGeom>
          <a:noFill/>
          <a:ln>
            <a:noFill/>
          </a:ln>
          <a:effectLst>
            <a:outerShdw blurRad="1270000" sx="101000" sy="101000" algn="ctr" rotWithShape="0">
              <a:srgbClr val="FFB67F">
                <a:alpha val="54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5400">
                <a:solidFill>
                  <a:srgbClr val="FFB67F"/>
                </a:solidFill>
                <a:latin typeface="Fredoka One" panose="02000000000000000000" pitchFamily="2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Trello</a:t>
            </a:r>
            <a:endParaRPr lang="en-US" sz="5400" dirty="0">
              <a:solidFill>
                <a:srgbClr val="FFB67F"/>
              </a:solidFill>
              <a:latin typeface="Fredoka One" panose="02000000000000000000" pitchFamily="2" charset="0"/>
            </a:endParaRPr>
          </a:p>
          <a:p>
            <a:pPr algn="ctr">
              <a:spcBef>
                <a:spcPts val="0"/>
              </a:spcBef>
            </a:pPr>
            <a:endParaRPr lang="en-US" sz="5400" dirty="0">
              <a:ln>
                <a:solidFill>
                  <a:schemeClr val="accent1"/>
                </a:solidFill>
              </a:ln>
              <a:solidFill>
                <a:srgbClr val="FFB67F"/>
              </a:solidFill>
              <a:effectLst>
                <a:outerShdw blurRad="889000" algn="ctr" rotWithShape="0">
                  <a:schemeClr val="accent3">
                    <a:alpha val="60000"/>
                  </a:schemeClr>
                </a:outerShdw>
              </a:effectLst>
              <a:latin typeface="Fredoka One" panose="02000000000000000000" pitchFamily="2" charset="0"/>
            </a:endParaRPr>
          </a:p>
          <a:p>
            <a:pPr>
              <a:spcBef>
                <a:spcPts val="0"/>
              </a:spcBef>
            </a:pPr>
            <a:endParaRPr lang="en-US" dirty="0">
              <a:effectLst>
                <a:outerShdw blurRad="889000" algn="ctr" rotWithShape="0">
                  <a:schemeClr val="accent3">
                    <a:alpha val="60000"/>
                  </a:schemeClr>
                </a:outerShdw>
              </a:effectLst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974EE5A-61CE-EE5D-9274-D1358C1B650C}"/>
              </a:ext>
            </a:extLst>
          </p:cNvPr>
          <p:cNvGrpSpPr/>
          <p:nvPr/>
        </p:nvGrpSpPr>
        <p:grpSpPr>
          <a:xfrm>
            <a:off x="4717284" y="2969262"/>
            <a:ext cx="148199" cy="192553"/>
            <a:chOff x="4646051" y="2872238"/>
            <a:chExt cx="258120" cy="335372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FDB75EF-1E01-16E4-0A27-07130405039B}"/>
                    </a:ext>
                  </a:extLst>
                </p14:cNvPr>
                <p14:cNvContentPartPr/>
                <p14:nvPr/>
              </p14:nvContentPartPr>
              <p14:xfrm>
                <a:off x="4646051" y="2872238"/>
                <a:ext cx="29160" cy="37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FDB75EF-1E01-16E4-0A27-07130405039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37477" y="2217038"/>
                  <a:ext cx="245689" cy="13472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DEFD5B1-413F-F611-F7D1-CC8C4B19C250}"/>
                    </a:ext>
                  </a:extLst>
                </p14:cNvPr>
                <p14:cNvContentPartPr/>
                <p14:nvPr/>
              </p14:nvContentPartPr>
              <p14:xfrm>
                <a:off x="4850531" y="2878358"/>
                <a:ext cx="53640" cy="41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DEFD5B1-413F-F611-F7D1-CC8C4B19C25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741380" y="2229552"/>
                  <a:ext cx="271319" cy="13383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87FCBE9-971D-A50D-6DDD-4B42CDD48AAA}"/>
                    </a:ext>
                  </a:extLst>
                </p14:cNvPr>
                <p14:cNvContentPartPr/>
                <p14:nvPr/>
              </p14:nvContentPartPr>
              <p14:xfrm>
                <a:off x="4647860" y="3105730"/>
                <a:ext cx="204120" cy="101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87FCBE9-971D-A50D-6DDD-4B42CDD48AA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538286" y="2449448"/>
                  <a:ext cx="422641" cy="1413819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739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a7ab359-be14-4256-ad86-ec010704e5d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FA35DBB7726F46A8EE8CA3EA562462" ma:contentTypeVersion="9" ma:contentTypeDescription="Create a new document." ma:contentTypeScope="" ma:versionID="f2f2181df581ae11980bc609d9b2c60b">
  <xsd:schema xmlns:xsd="http://www.w3.org/2001/XMLSchema" xmlns:xs="http://www.w3.org/2001/XMLSchema" xmlns:p="http://schemas.microsoft.com/office/2006/metadata/properties" xmlns:ns3="fa7ab359-be14-4256-ad86-ec010704e5d3" xmlns:ns4="0cd7100f-1452-4452-9ecb-d5302b6740c3" targetNamespace="http://schemas.microsoft.com/office/2006/metadata/properties" ma:root="true" ma:fieldsID="a62bbde47b7e8478d5379c7274e58f49" ns3:_="" ns4:_="">
    <xsd:import namespace="fa7ab359-be14-4256-ad86-ec010704e5d3"/>
    <xsd:import namespace="0cd7100f-1452-4452-9ecb-d5302b6740c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ab359-be14-4256-ad86-ec010704e5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7100f-1452-4452-9ecb-d5302b6740c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090B11-8C7E-4876-9C87-0676F4D2CC4F}">
  <ds:schemaRefs>
    <ds:schemaRef ds:uri="http://www.w3.org/XML/1998/namespace"/>
    <ds:schemaRef ds:uri="http://schemas.microsoft.com/office/2006/documentManagement/types"/>
    <ds:schemaRef ds:uri="0cd7100f-1452-4452-9ecb-d5302b6740c3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purl.org/dc/terms/"/>
    <ds:schemaRef ds:uri="fa7ab359-be14-4256-ad86-ec010704e5d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4E4E818-8138-4A22-BB00-9A8E934DF5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D86EDA-F2C5-4894-9A3A-C07111E673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7ab359-be14-4256-ad86-ec010704e5d3"/>
    <ds:schemaRef ds:uri="0cd7100f-1452-4452-9ecb-d5302b6740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342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ROTA</dc:creator>
  <cp:lastModifiedBy>LEONARDO ROTA</cp:lastModifiedBy>
  <cp:revision>3</cp:revision>
  <dcterms:created xsi:type="dcterms:W3CDTF">2025-10-08T09:23:44Z</dcterms:created>
  <dcterms:modified xsi:type="dcterms:W3CDTF">2025-10-13T14:25:58Z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0x01010032FA35DBB7726F46A8EE8CA3EA562462</vt:lpwstr>
  </property>
</Properties>
</file>